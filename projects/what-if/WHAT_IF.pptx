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580"/>
    <p:restoredTop sz="93919"/>
  </p:normalViewPr>
  <p:slideViewPr>
    <p:cSldViewPr snapToGrid="0">
      <p:cViewPr varScale="1">
        <p:scale>
          <a:sx n="46" d="100"/>
          <a:sy n="46" d="100"/>
        </p:scale>
        <p:origin x="184"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0:00–0:40 (40 seconds)</a:t>
            </a:r>
          </a:p>
          <a:p>
            <a:r>
              <a:t>Hi everyone. My project is called What If? It is an AI-assisted alternate history short film. The whole film begins with one imagined situation: Loki gets distracted while holding the Sacred Timeline together. The timeline loosens, and things that do not belong to their time appear in four historical worlds. This is my own story premise inspired by Loki, rather than a scene from the series. The four stories belong to one film and share the same cause.</a:t>
            </a:r>
          </a:p>
          <a:p>
            <a:endParaRPr/>
          </a:p>
          <a:p>
            <a:r>
              <a:t>Project premise: user’s revised concept, four historical stories connected by Loki’s distraction. This is a speculative project premise, not a claim about Marvel canon.</a:t>
            </a:r>
          </a:p>
          <a:p>
            <a:r>
              <a:t>Source: user’s proposal and edited presentation. Background concept art: OpenAI imagegen, imagined alternate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0:40–1:20 (40 seconds)</a:t>
            </a:r>
          </a:p>
          <a:p>
            <a:r>
              <a:t>The first story is Pompeii in the year 79, where people receive a modern emergency alert. The second is the Battle of Yamen in 1279, where the Southern Song forces encounter a warship from the future. In the third, Enjolras has Iron Man-style armor during the June Rebellion in 1832. The fourth imagines Tan Sitong with powered armor in 1898. These happen in different historical periods, but the same timeline disruption connects them. I want to cut between the four stories, showing their changes unfolding alongside one another. They are all part of the final two-to-four-minute film.</a:t>
            </a:r>
          </a:p>
          <a:p>
            <a:endParaRPr/>
          </a:p>
          <a:p>
            <a:r>
              <a:t>Project premise: user’s revised concept, four historical stories connected by Loki’s distraction. This is a speculative project premise, not a claim about Marvel canon.</a:t>
            </a:r>
          </a:p>
          <a:p>
            <a:r>
              <a:t>Source: user’s proposal and edited presentation. Background concept art: OpenAI imagegen, imagined alternate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1:20–2:00 (40 seconds)</a:t>
            </a:r>
          </a:p>
          <a:p>
            <a:r>
              <a:t>I am interested in historical moments whose endings feel impossible to change. When I read about a disaster, a failed rebellion or a lost battle, I wonder what might have happened differently. The four stories let me explore that feeling in different situations. I also like the visual contrast between a historical world and futuristic technology. An emergency alert offers a warning, while a warship or armor offers power. But neither necessarily guarantees a better ending. The film asks what people might do when they suddenly have another chance.</a:t>
            </a:r>
          </a:p>
          <a:p>
            <a:endParaRPr/>
          </a:p>
          <a:p>
            <a:r>
              <a:t>Project premise: user’s revised concept, four historical stories connected by Loki’s distraction. This is a speculative project premise, not a claim about Marvel canon.</a:t>
            </a:r>
          </a:p>
          <a:p>
            <a:r>
              <a:t>Source: user’s proposal and edited presentation. Background concept art: OpenAI imagegen, imagined alternate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2:00–2:25 (25 seconds)</a:t>
            </a:r>
          </a:p>
          <a:p>
            <a:r>
              <a:t>Les Misérables gives me the emotional starting point: the barricade, idealism and sacrifice. Enjolras is a fictional character, so that part combines historical fiction with alternate history. Iron Man gives me the impossible object and the visual contrast of advanced armor in an old historical world. The film still and the armor image show the two ideas that first came together for me.</a:t>
            </a:r>
          </a:p>
          <a:p>
            <a:endParaRPr/>
          </a:p>
          <a:p>
            <a:r>
              <a:t>Project premise: user’s revised concept, four historical stories connected by Loki’s distraction. This is a speculative project premise, not a claim about Marvel canon.</a:t>
            </a:r>
          </a:p>
          <a:p>
            <a:endParaRPr/>
          </a:p>
          <a:p>
            <a:r>
              <a:t>Image credits:</a:t>
            </a:r>
          </a:p>
          <a:p>
            <a:r>
              <a:t>Les Misérables (2012), film still, Universal Pictures / Working Title. Image accessed via IMDb: https://www.imdb.com/title/tt1707386/characters/nm3117836/</a:t>
            </a:r>
          </a:p>
          <a:p>
            <a:r>
              <a:t>Image URL: https://m.media-amazon.com/images/M/MV5BNWFkM2Q1ZjctODQwNS00NWE2LTlkMmMtYzM2ZmNlOTQzNGM1XkEyXkFqcGc%40._V1_.jpg</a:t>
            </a:r>
          </a:p>
          <a:p>
            <a:r>
              <a:t>Iron Man (2008), promotional still, Marvel Studios. Photographer credit: Zade Rosenthal, as credited by SFGATE. Source: https://www.sfgate.com/entertainment/article/indie-cred-gave-iron-man-filmmaker-his-shot-3217592.php</a:t>
            </a:r>
          </a:p>
          <a:p>
            <a:r>
              <a:t>Image URL: https://s.hdnux.com/photos/10/73/64/2342166/20/1920x0.jpg</a:t>
            </a:r>
          </a:p>
          <a:p>
            <a:r>
              <a:t>Concept and narrative: user’s supplied proposal.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2:25–2:55 (30 seconds)</a:t>
            </a:r>
          </a:p>
          <a:p>
            <a:r>
              <a:t>Marvel’s What If...? inspires the question of how one change creates another outcome. Loki gives the project a shared narrative frame, as well as the Sacred Timeline, branching realities and the TVA. In my version, Loki’s distraction triggers all four branches. The TVA timeline screen is a visual reference for the disruption. I want the opening to establish the cause quickly, so most of the film can focus on the four historical situations and the people inside them.</a:t>
            </a:r>
          </a:p>
          <a:p>
            <a:endParaRPr/>
          </a:p>
          <a:p>
            <a:r>
              <a:t>Project premise: user’s revised concept, four historical stories connected by Loki’s distraction. This is a speculative project premise, not a claim about Marvel canon.</a:t>
            </a:r>
          </a:p>
          <a:p>
            <a:endParaRPr/>
          </a:p>
          <a:p>
            <a:r>
              <a:t>Image credits:</a:t>
            </a:r>
          </a:p>
          <a:p>
            <a:r>
              <a:t>Marvel Studios What If...? (2021), official Watcher promotional poster. Copyright Marvel Studios / Disney. Source: https://www.marvel.com/articles/tv-shows/what-if-the-watcher-poster</a:t>
            </a:r>
          </a:p>
          <a:p>
            <a:r>
              <a:t>Image URL: https://cdn.marvel.com/content/2x/online_16.jpg</a:t>
            </a:r>
          </a:p>
          <a:p>
            <a:r>
              <a:t>Loki (2021), TVA timeline screen, Marvel Studios / Disney. Screen graphics: Cantina Creative. Source interview: https://beforesandafters.com/2021/08/10/designing-the-sacred-timeline-in-loki/</a:t>
            </a:r>
          </a:p>
          <a:p>
            <a:r>
              <a:t>Image URL: https://i0.wp.com/beforesandafters.com/wp-content/uploads/2021/08/106_TVA_FINAL_EDIT_LOKI_CANTINA.jpg?fit=1200%2C500&amp;ssl=1</a:t>
            </a:r>
          </a:p>
          <a:p>
            <a:r>
              <a:t>Concept and narrative: user’s supplied proposal.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2:55–3:45 (50 seconds)</a:t>
            </a:r>
          </a:p>
          <a:p>
            <a:r>
              <a:t>I selected Pathway B: AI-assisted Animation, Film, and Video. The film will still be around two to four minutes, so each historical story needs to work as a short visual sequence. I plan a brief Loki opening, four intercut stories and a return to the timeline at the end. I will research all four worlds, write one connected script and build a storyboard or animatic to test the rhythm. The sequence will move through the familiar historical situation, the arrival of the unexpected technology and a response. I will test difficult shots early and use a shared color and sound approach to connect the four worlds.</a:t>
            </a:r>
          </a:p>
          <a:p>
            <a:endParaRPr/>
          </a:p>
          <a:p>
            <a:r>
              <a:t>Project premise: user’s revised concept, four historical stories connected by Loki’s distraction. This is a speculative project premise, not a claim about Marvel canon.</a:t>
            </a:r>
          </a:p>
          <a:p>
            <a:r>
              <a:t>Source: user’s proposal and edited presentation. Background concept art: OpenAI imagegen, imagined alternate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3:45–4:35 (50 seconds)</a:t>
            </a:r>
          </a:p>
          <a:p>
            <a:r>
              <a:t>My role is to research, write and plan the film. I will decide how the four stories connect, design the shots and edit the material into one sequence. I will also make the sound design and final creative decisions. AI will help generate the historical environments, costumes, concept images and short moving shots. My provisional tools are ChatGPT, an image generator, an image-to-video tool and DaVinci Resolve. I will choose the final generation tools after testing them. Because these are histories that never existed, AI helps me create their images, while I decide what the images mean and how they work together.</a:t>
            </a:r>
          </a:p>
          <a:p>
            <a:endParaRPr/>
          </a:p>
          <a:p>
            <a:r>
              <a:t>Project premise: user’s revised concept, four historical stories connected by Loki’s distraction. This is a speculative project premise, not a claim about Marvel canon.</a:t>
            </a:r>
          </a:p>
          <a:p>
            <a:r>
              <a:t>Source: user’s proposal and edited presentation. Background concept art: OpenAI imagegen, imagined alternate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4:35–5:20 (45 seconds)</a:t>
            </a:r>
          </a:p>
          <a:p>
            <a:r>
              <a:t>My first challenge is the policies and capabilities of AI tools. Some scenes may be difficult to generate, so I need to test the key shots early and adjust how I stage them. The second is consistency across different tools. Each world needs a reference sheet for faces, costumes and the futuristic object, as well as checks of historical details. The third is budget. Video generation can become expensive when I am making four stories. I will keep shots short, use still images where they work and set a generation budget before producing the full film.</a:t>
            </a:r>
          </a:p>
          <a:p>
            <a:endParaRPr/>
          </a:p>
          <a:p>
            <a:r>
              <a:t>Project premise: user’s revised concept, four historical stories connected by Loki’s distraction. This is a speculative project premise, not a claim about Marvel canon.</a:t>
            </a:r>
          </a:p>
          <a:p>
            <a:r>
              <a:t>Source: user’s proposal and edited presentation. Background concept art: OpenAI imagegen, imagined alternate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5:20–5:45 (25 seconds)</a:t>
            </a:r>
          </a:p>
          <a:p>
            <a:r>
              <a:t>My open question is: Would the film be more meaningful if all four stories change history, or if some still reach their original tragic endings? I have not decided those outcomes yet. Different endings might show that warning, power and technology have different limits. I would like feedback on how the four outcomes can work together, so the film feels like one connected idea.</a:t>
            </a:r>
          </a:p>
          <a:p>
            <a:endParaRPr/>
          </a:p>
          <a:p>
            <a:r>
              <a:t>Project premise: user’s revised concept, four historical stories connected by Loki’s distraction. This is a speculative project premise, not a claim about Marvel canon.</a:t>
            </a:r>
          </a:p>
          <a:p>
            <a:r>
              <a:t>Source: user’s proposal and edited presentation. Background concept art: OpenAI imagegen, imagined alternate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7C271FC-E3C4-407B-8B14-78F1C8D51EB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51D49D32-23E3-4EA8-B5A9-FDAE47F019C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356C132-7709-4286-9E1C-4969DE3B2E9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8EFE6A1-B122-418A-B3BF-6982BF2A5FC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47F796EA-8494-4A40-BFAA-0438C3818F9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B8261B8-A224-48CF-9C62-2451A78C7A6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3B1A956F-32CA-4AA4-814F-F695F0C380B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F1741E91-F069-4516-B485-A3E1D744305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F6455E3-95E4-4162-B83B-19E42F64701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7709DD15-63AF-41E9-AB72-A67CAFB1E92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6.xml"/><Relationship Id="rId7" Type="http://schemas.openxmlformats.org/officeDocument/2006/relationships/image" Target="../media/image6.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81B"/>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C86EAF0-7E49-48E5-A179-A5CF49DA73D7}"/>
              </a:ext>
            </a:extLst>
          </p:cNvPr>
          <p:cNvSpPr>
            <a:spLocks noGrp="1"/>
          </p:cNvSpPr>
          <p:nvPr/>
        </p:nvSpPr>
        <p:spPr>
          <a:xfrm>
            <a:off x="609600" y="381000"/>
            <a:ext cx="5715000" cy="304800"/>
          </a:xfrm>
          <a:prstGeom prst="rect">
            <a:avLst/>
          </a:prstGeom>
          <a:noFill/>
          <a:ln w="0">
            <a:noFill/>
          </a:ln>
        </p:spPr>
        <p:txBody>
          <a:bodyPr/>
          <a:lstStyle>
            <a:defPPr>
              <a:defRPr sz="1350" b="1">
                <a:solidFill>
                  <a:srgbClr val="D4AD70"/>
                </a:solidFill>
                <a:latin typeface="Arial"/>
                <a:ea typeface="Arial"/>
                <a:cs typeface="Arial"/>
              </a:defRPr>
            </a:defPPr>
          </a:lstStyle>
          <a:p>
            <a:pPr>
              <a:buNone/>
              <a:defRPr sz="1350" b="1">
                <a:solidFill>
                  <a:srgbClr val="D4AD70"/>
                </a:solidFill>
                <a:latin typeface="Arial"/>
                <a:ea typeface="Arial"/>
                <a:cs typeface="Arial"/>
              </a:defRPr>
            </a:pPr>
            <a:r>
              <a:rPr sz="1350" b="1">
                <a:solidFill>
                  <a:srgbClr val="D4AD70"/>
                </a:solidFill>
                <a:latin typeface="Arial"/>
                <a:ea typeface="Arial"/>
                <a:cs typeface="Arial"/>
              </a:rPr>
              <a:t>01  TITLE / IDEA</a:t>
            </a:r>
          </a:p>
        </p:txBody>
      </p:sp>
      <p:sp>
        <p:nvSpPr>
          <p:cNvPr id="3" name="矩形 2">
            <a:extLst>
              <a:ext uri="{FF2B5EF4-FFF2-40B4-BE49-F238E27FC236}">
                <a16:creationId xmlns:a16="http://schemas.microsoft.com/office/drawing/2014/main" id="{24361FEF-7A20-4DA4-84F6-9AB5C7BD66EE}"/>
              </a:ext>
            </a:extLst>
          </p:cNvPr>
          <p:cNvSpPr>
            <a:spLocks noGrp="1"/>
          </p:cNvSpPr>
          <p:nvPr/>
        </p:nvSpPr>
        <p:spPr>
          <a:xfrm>
            <a:off x="609600" y="1676400"/>
            <a:ext cx="6286500" cy="1238250"/>
          </a:xfrm>
          <a:prstGeom prst="rect">
            <a:avLst/>
          </a:prstGeom>
          <a:noFill/>
          <a:ln w="0">
            <a:noFill/>
          </a:ln>
        </p:spPr>
        <p:txBody>
          <a:bodyPr/>
          <a:lstStyle>
            <a:defPPr>
              <a:defRPr sz="8100" b="1">
                <a:solidFill>
                  <a:srgbClr val="F3EEE3"/>
                </a:solidFill>
                <a:latin typeface="Arial"/>
                <a:ea typeface="Arial"/>
                <a:cs typeface="Arial"/>
              </a:defRPr>
            </a:defPPr>
          </a:lstStyle>
          <a:p>
            <a:pPr>
              <a:buNone/>
              <a:defRPr sz="8100" b="1">
                <a:solidFill>
                  <a:srgbClr val="F3EEE3"/>
                </a:solidFill>
                <a:latin typeface="Arial"/>
                <a:ea typeface="Arial"/>
                <a:cs typeface="Arial"/>
              </a:defRPr>
            </a:pPr>
            <a:r>
              <a:rPr sz="8100" b="1">
                <a:solidFill>
                  <a:srgbClr val="F3EEE3"/>
                </a:solidFill>
                <a:latin typeface="Arial"/>
                <a:ea typeface="Arial"/>
                <a:cs typeface="Arial"/>
              </a:rPr>
              <a:t>WHAT IF?</a:t>
            </a:r>
          </a:p>
        </p:txBody>
      </p:sp>
      <p:sp>
        <p:nvSpPr>
          <p:cNvPr id="4" name="矩形 3">
            <a:extLst>
              <a:ext uri="{FF2B5EF4-FFF2-40B4-BE49-F238E27FC236}">
                <a16:creationId xmlns:a16="http://schemas.microsoft.com/office/drawing/2014/main" id="{9352AA26-49AF-468F-B49D-F7E7447D7284}"/>
              </a:ext>
            </a:extLst>
          </p:cNvPr>
          <p:cNvSpPr>
            <a:spLocks noGrp="1"/>
          </p:cNvSpPr>
          <p:nvPr/>
        </p:nvSpPr>
        <p:spPr>
          <a:xfrm>
            <a:off x="647700" y="3067050"/>
            <a:ext cx="5476875" cy="1085850"/>
          </a:xfrm>
          <a:prstGeom prst="rect">
            <a:avLst/>
          </a:prstGeom>
          <a:noFill/>
          <a:ln w="0">
            <a:noFill/>
          </a:ln>
        </p:spPr>
        <p:txBody>
          <a:bodyPr/>
          <a:lstStyle>
            <a:defPPr>
              <a:defRPr sz="2625" b="0">
                <a:solidFill>
                  <a:srgbClr val="F3EEE3"/>
                </a:solidFill>
                <a:latin typeface="Arial"/>
                <a:ea typeface="Arial"/>
                <a:cs typeface="Arial"/>
              </a:defRPr>
            </a:defPPr>
          </a:lstStyle>
          <a:p>
            <a:pPr>
              <a:buNone/>
              <a:defRPr sz="2625" b="0">
                <a:solidFill>
                  <a:srgbClr val="F3EEE3"/>
                </a:solidFill>
                <a:latin typeface="Arial"/>
                <a:ea typeface="Arial"/>
                <a:cs typeface="Arial"/>
              </a:defRPr>
            </a:pPr>
            <a:r>
              <a:rPr sz="2625" b="0">
                <a:solidFill>
                  <a:srgbClr val="F3EEE3"/>
                </a:solidFill>
                <a:latin typeface="Arial"/>
                <a:ea typeface="Arial"/>
                <a:cs typeface="Arial"/>
              </a:rPr>
              <a:t>An AI-Assisted</a:t>
            </a:r>
          </a:p>
          <a:p>
            <a:pPr>
              <a:buNone/>
              <a:defRPr sz="2625" b="0">
                <a:solidFill>
                  <a:srgbClr val="F3EEE3"/>
                </a:solidFill>
                <a:latin typeface="Arial"/>
                <a:ea typeface="Arial"/>
                <a:cs typeface="Arial"/>
              </a:defRPr>
            </a:pPr>
            <a:r>
              <a:rPr sz="2625" b="0">
                <a:solidFill>
                  <a:srgbClr val="F3EEE3"/>
                </a:solidFill>
                <a:latin typeface="Arial"/>
                <a:ea typeface="Arial"/>
                <a:cs typeface="Arial"/>
              </a:rPr>
              <a:t>Alternate History Short Film</a:t>
            </a:r>
          </a:p>
        </p:txBody>
      </p:sp>
      <p:sp>
        <p:nvSpPr>
          <p:cNvPr id="5" name="矩形 4">
            <a:extLst>
              <a:ext uri="{FF2B5EF4-FFF2-40B4-BE49-F238E27FC236}">
                <a16:creationId xmlns:a16="http://schemas.microsoft.com/office/drawing/2014/main" id="{5633F2DE-1FE8-49D8-8D6E-8C62E6595C15}"/>
              </a:ext>
            </a:extLst>
          </p:cNvPr>
          <p:cNvSpPr>
            <a:spLocks noGrp="1"/>
          </p:cNvSpPr>
          <p:nvPr/>
        </p:nvSpPr>
        <p:spPr>
          <a:xfrm>
            <a:off x="647700" y="4667250"/>
            <a:ext cx="5524500" cy="1238250"/>
          </a:xfrm>
          <a:prstGeom prst="rect">
            <a:avLst/>
          </a:prstGeom>
          <a:noFill/>
          <a:ln w="0">
            <a:noFill/>
          </a:ln>
        </p:spPr>
        <p:txBody>
          <a:bodyPr/>
          <a:lstStyle>
            <a:defPPr>
              <a:defRPr sz="2025" b="0">
                <a:solidFill>
                  <a:srgbClr val="70D7D9"/>
                </a:solidFill>
                <a:latin typeface="Arial"/>
                <a:ea typeface="Arial"/>
                <a:cs typeface="Arial"/>
              </a:defRPr>
            </a:defPPr>
          </a:lstStyle>
          <a:p>
            <a:pPr>
              <a:buNone/>
              <a:defRPr sz="2025" b="0">
                <a:solidFill>
                  <a:srgbClr val="70D7D9"/>
                </a:solidFill>
                <a:latin typeface="Arial"/>
                <a:ea typeface="Arial"/>
                <a:cs typeface="Arial"/>
              </a:defRPr>
            </a:pPr>
            <a:r>
              <a:rPr sz="2025" b="0">
                <a:solidFill>
                  <a:srgbClr val="70D7D9"/>
                </a:solidFill>
                <a:latin typeface="Arial"/>
                <a:ea typeface="Arial"/>
                <a:cs typeface="Arial"/>
              </a:rPr>
              <a:t>Loki loses focus on the Sacred Timeline.</a:t>
            </a:r>
          </a:p>
          <a:p>
            <a:pPr>
              <a:buNone/>
              <a:defRPr sz="2025" b="0">
                <a:solidFill>
                  <a:srgbClr val="70D7D9"/>
                </a:solidFill>
                <a:latin typeface="Arial"/>
                <a:ea typeface="Arial"/>
                <a:cs typeface="Arial"/>
              </a:defRPr>
            </a:pPr>
            <a:r>
              <a:rPr sz="2025" b="0">
                <a:solidFill>
                  <a:srgbClr val="70D7D9"/>
                </a:solidFill>
                <a:latin typeface="Arial"/>
                <a:ea typeface="Arial"/>
                <a:cs typeface="Arial"/>
              </a:rPr>
              <a:t>Four historical worlds begin to change.</a:t>
            </a:r>
          </a:p>
        </p:txBody>
      </p:sp>
      <p:pic>
        <p:nvPicPr>
          <p:cNvPr id="13" name="图片 12">
            <a:extLst>
              <a:ext uri="{FF2B5EF4-FFF2-40B4-BE49-F238E27FC236}">
                <a16:creationId xmlns:a16="http://schemas.microsoft.com/office/drawing/2014/main" id="{E3E460C9-3C14-4E78-A747-F08211AF6ABE}"/>
              </a:ext>
            </a:extLst>
          </p:cNvPr>
          <p:cNvPicPr>
            <a:picLocks noChangeAspect="1"/>
          </p:cNvPicPr>
          <p:nvPr/>
        </p:nvPicPr>
        <p:blipFill>
          <a:blip r:embed="rId3">
            <a:extLst>
              <a:ext uri="{BEBA8EAE-BF5A-486C-A8C5-ECC9F3942E4B}">
                <a14:imgProps xmlns:a14="http://schemas.microsoft.com/office/drawing/2010/main">
                  <a14:imgLayer r:embed="rId4">
                    <a14:imgEffect>
                      <a14:artisticPencilSketch/>
                    </a14:imgEffect>
                  </a14:imgLayer>
                </a14:imgProps>
              </a:ext>
            </a:extLst>
          </a:blip>
          <a:stretch>
            <a:fillRect/>
          </a:stretch>
        </p:blipFill>
        <p:spPr>
          <a:xfrm>
            <a:off x="6029325" y="1877425"/>
            <a:ext cx="6162675" cy="3465099"/>
          </a:xfrm>
          <a:prstGeom prst="rect">
            <a:avLst/>
          </a:prstGeom>
          <a:noFill/>
          <a:ln>
            <a:noFill/>
          </a:ln>
        </p:spPr>
      </p:pic>
    </p:spTree>
    <p:extLst>
      <p:ext uri="{BB962C8B-B14F-4D97-AF65-F5344CB8AC3E}">
        <p14:creationId xmlns:p14="http://schemas.microsoft.com/office/powerpoint/2010/main" val="282324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81B"/>
        </a:solidFill>
        <a:effectLst/>
      </p:bgPr>
    </p:bg>
    <p:spTree>
      <p:nvGrpSpPr>
        <p:cNvPr id="1" name=""/>
        <p:cNvGrpSpPr/>
        <p:nvPr/>
      </p:nvGrpSpPr>
      <p:grpSpPr>
        <a:xfrm>
          <a:off x="0" y="0"/>
          <a:ext cx="0" cy="0"/>
          <a:chOff x="0" y="0"/>
          <a:chExt cx="0" cy="0"/>
        </a:xfrm>
      </p:grpSpPr>
      <p:pic>
        <p:nvPicPr>
          <p:cNvPr id="1026" name="Picture 2" descr="MCU Theory: The Sacred Timeline Was Separated From the Multiverse">
            <a:extLst>
              <a:ext uri="{FF2B5EF4-FFF2-40B4-BE49-F238E27FC236}">
                <a16:creationId xmlns:a16="http://schemas.microsoft.com/office/drawing/2014/main" id="{1EB148EA-0E21-ECA0-FA6E-A44E20D49FB3}"/>
              </a:ext>
            </a:extLst>
          </p:cNvPr>
          <p:cNvPicPr>
            <a:picLocks noChangeAspect="1" noChangeArrowheads="1"/>
          </p:cNvPicPr>
          <p:nvPr/>
        </p:nvPicPr>
        <p:blipFill>
          <a:blip r:embed="rId3">
            <a:alphaModFix amt="87000"/>
            <a:extLst>
              <a:ext uri="{28A0092B-C50C-407E-A947-70E740481C1C}">
                <a14:useLocalDpi xmlns:a14="http://schemas.microsoft.com/office/drawing/2010/main" val="0"/>
              </a:ext>
            </a:extLst>
          </a:blip>
          <a:srcRect/>
          <a:stretch>
            <a:fillRect/>
          </a:stretch>
        </p:blipFill>
        <p:spPr bwMode="auto">
          <a:xfrm>
            <a:off x="2377788" y="2836719"/>
            <a:ext cx="7550727" cy="3775364"/>
          </a:xfrm>
          <a:prstGeom prst="rect">
            <a:avLst/>
          </a:prstGeom>
          <a:noFill/>
          <a:effectLst>
            <a:softEdge rad="860157"/>
          </a:effectLst>
          <a:extLst>
            <a:ext uri="{909E8E84-426E-40DD-AFC4-6F175D3DCCD1}">
              <a14:hiddenFill xmlns:a14="http://schemas.microsoft.com/office/drawing/2010/main">
                <a:solidFill>
                  <a:srgbClr val="FFFFFF"/>
                </a:solidFill>
              </a14:hiddenFill>
            </a:ext>
          </a:extLst>
        </p:spPr>
      </p:pic>
      <p:sp>
        <p:nvSpPr>
          <p:cNvPr id="17" name="矩形 16">
            <a:extLst>
              <a:ext uri="{FF2B5EF4-FFF2-40B4-BE49-F238E27FC236}">
                <a16:creationId xmlns:a16="http://schemas.microsoft.com/office/drawing/2014/main" id="{A03760B5-B114-4DE4-852B-90C63FC511F0}"/>
              </a:ext>
            </a:extLst>
          </p:cNvPr>
          <p:cNvSpPr>
            <a:spLocks noGrp="1"/>
          </p:cNvSpPr>
          <p:nvPr/>
        </p:nvSpPr>
        <p:spPr>
          <a:xfrm>
            <a:off x="609600" y="381000"/>
            <a:ext cx="10668000" cy="304800"/>
          </a:xfrm>
          <a:prstGeom prst="rect">
            <a:avLst/>
          </a:prstGeom>
          <a:noFill/>
          <a:ln w="0">
            <a:noFill/>
          </a:ln>
        </p:spPr>
        <p:txBody>
          <a:bodyPr/>
          <a:lstStyle>
            <a:defPPr>
              <a:defRPr sz="1350" b="1">
                <a:solidFill>
                  <a:srgbClr val="D4AD70"/>
                </a:solidFill>
                <a:latin typeface="Arial"/>
                <a:ea typeface="Arial"/>
                <a:cs typeface="Arial"/>
              </a:defRPr>
            </a:defPPr>
          </a:lstStyle>
          <a:p>
            <a:pPr>
              <a:buNone/>
              <a:defRPr sz="1350" b="1">
                <a:solidFill>
                  <a:srgbClr val="D4AD70"/>
                </a:solidFill>
                <a:latin typeface="Arial"/>
                <a:ea typeface="Arial"/>
                <a:cs typeface="Arial"/>
              </a:defRPr>
            </a:pPr>
            <a:r>
              <a:rPr sz="1350" b="1">
                <a:solidFill>
                  <a:srgbClr val="D4AD70"/>
                </a:solidFill>
                <a:latin typeface="Arial"/>
                <a:ea typeface="Arial"/>
                <a:cs typeface="Arial"/>
              </a:rPr>
              <a:t>01  TITLE / IDEA</a:t>
            </a:r>
          </a:p>
        </p:txBody>
      </p:sp>
      <p:sp>
        <p:nvSpPr>
          <p:cNvPr id="2" name="矩形 1">
            <a:extLst>
              <a:ext uri="{FF2B5EF4-FFF2-40B4-BE49-F238E27FC236}">
                <a16:creationId xmlns:a16="http://schemas.microsoft.com/office/drawing/2014/main" id="{E6FD9D80-8649-48E2-AC0C-AF25C9F6EA42}"/>
              </a:ext>
            </a:extLst>
          </p:cNvPr>
          <p:cNvSpPr>
            <a:spLocks noGrp="1"/>
          </p:cNvSpPr>
          <p:nvPr/>
        </p:nvSpPr>
        <p:spPr>
          <a:xfrm>
            <a:off x="609600" y="914400"/>
            <a:ext cx="10763250" cy="857250"/>
          </a:xfrm>
          <a:prstGeom prst="rect">
            <a:avLst/>
          </a:prstGeom>
          <a:noFill/>
          <a:ln w="0">
            <a:noFill/>
          </a:ln>
        </p:spPr>
        <p:txBody>
          <a:bodyPr/>
          <a:lstStyle>
            <a:defPPr>
              <a:defRPr sz="3300" b="1">
                <a:solidFill>
                  <a:srgbClr val="F3EEE3"/>
                </a:solidFill>
                <a:latin typeface="Arial"/>
                <a:ea typeface="Arial"/>
                <a:cs typeface="Arial"/>
              </a:defRPr>
            </a:defPPr>
          </a:lstStyle>
          <a:p>
            <a:pPr>
              <a:buNone/>
              <a:defRPr sz="3300" b="1">
                <a:solidFill>
                  <a:srgbClr val="F3EEE3"/>
                </a:solidFill>
                <a:latin typeface="Arial"/>
                <a:ea typeface="Arial"/>
                <a:cs typeface="Arial"/>
              </a:defRPr>
            </a:pPr>
            <a:r>
              <a:rPr sz="3300" b="1">
                <a:solidFill>
                  <a:srgbClr val="F3EEE3"/>
                </a:solidFill>
                <a:latin typeface="Arial"/>
                <a:ea typeface="Arial"/>
                <a:cs typeface="Arial"/>
              </a:rPr>
              <a:t>One disruption, four historical branches</a:t>
            </a:r>
          </a:p>
        </p:txBody>
      </p:sp>
      <p:sp>
        <p:nvSpPr>
          <p:cNvPr id="3" name="矩形 2">
            <a:extLst>
              <a:ext uri="{FF2B5EF4-FFF2-40B4-BE49-F238E27FC236}">
                <a16:creationId xmlns:a16="http://schemas.microsoft.com/office/drawing/2014/main" id="{115E9ADD-4E9D-46A9-B542-8C77BD9FB314}"/>
              </a:ext>
            </a:extLst>
          </p:cNvPr>
          <p:cNvSpPr>
            <a:spLocks noGrp="1"/>
          </p:cNvSpPr>
          <p:nvPr/>
        </p:nvSpPr>
        <p:spPr>
          <a:xfrm>
            <a:off x="11144250" y="6248400"/>
            <a:ext cx="476250" cy="285750"/>
          </a:xfrm>
          <a:prstGeom prst="rect">
            <a:avLst/>
          </a:prstGeom>
          <a:noFill/>
          <a:ln w="0">
            <a:noFill/>
          </a:ln>
        </p:spPr>
        <p:txBody>
          <a:bodyPr/>
          <a:lstStyle>
            <a:defPPr>
              <a:defRPr sz="1200" b="0">
                <a:solidFill>
                  <a:srgbClr val="B5B9B5"/>
                </a:solidFill>
                <a:latin typeface="Arial"/>
                <a:ea typeface="Arial"/>
                <a:cs typeface="Arial"/>
              </a:defRPr>
            </a:defPPr>
          </a:lstStyle>
          <a:p>
            <a:pPr>
              <a:buNone/>
              <a:defRPr sz="1200" b="0">
                <a:solidFill>
                  <a:srgbClr val="B5B9B5"/>
                </a:solidFill>
                <a:latin typeface="Arial"/>
                <a:ea typeface="Arial"/>
                <a:cs typeface="Arial"/>
              </a:defRPr>
            </a:pPr>
            <a:r>
              <a:rPr sz="1200" b="0">
                <a:solidFill>
                  <a:srgbClr val="B5B9B5"/>
                </a:solidFill>
                <a:latin typeface="Arial"/>
                <a:ea typeface="Arial"/>
                <a:cs typeface="Arial"/>
              </a:rPr>
              <a:t>02</a:t>
            </a:r>
          </a:p>
        </p:txBody>
      </p:sp>
      <p:sp>
        <p:nvSpPr>
          <p:cNvPr id="4" name="矩形 3">
            <a:extLst>
              <a:ext uri="{FF2B5EF4-FFF2-40B4-BE49-F238E27FC236}">
                <a16:creationId xmlns:a16="http://schemas.microsoft.com/office/drawing/2014/main" id="{3A56C669-88ED-44FF-BE96-96E76B0601BC}"/>
              </a:ext>
            </a:extLst>
          </p:cNvPr>
          <p:cNvSpPr>
            <a:spLocks noGrp="1"/>
          </p:cNvSpPr>
          <p:nvPr/>
        </p:nvSpPr>
        <p:spPr>
          <a:xfrm>
            <a:off x="609600" y="2209800"/>
            <a:ext cx="2571750" cy="885825"/>
          </a:xfrm>
          <a:prstGeom prst="rect">
            <a:avLst/>
          </a:prstGeom>
          <a:noFill/>
          <a:ln w="0">
            <a:noFill/>
          </a:ln>
        </p:spPr>
        <p:txBody>
          <a:bodyPr/>
          <a:lstStyle>
            <a:defPPr>
              <a:defRPr sz="5250" b="1">
                <a:solidFill>
                  <a:srgbClr val="D4AD70"/>
                </a:solidFill>
                <a:latin typeface="Georgia"/>
                <a:ea typeface="Georgia"/>
                <a:cs typeface="Georgia"/>
              </a:defRPr>
            </a:defPPr>
          </a:lstStyle>
          <a:p>
            <a:pPr>
              <a:buNone/>
              <a:defRPr sz="5250" b="1">
                <a:solidFill>
                  <a:srgbClr val="D4AD70"/>
                </a:solidFill>
                <a:latin typeface="Georgia"/>
                <a:ea typeface="Georgia"/>
                <a:cs typeface="Georgia"/>
              </a:defRPr>
            </a:pPr>
            <a:r>
              <a:rPr sz="5250" b="1">
                <a:solidFill>
                  <a:srgbClr val="D4AD70"/>
                </a:solidFill>
                <a:latin typeface="Georgia"/>
                <a:ea typeface="Georgia"/>
                <a:cs typeface="Georgia"/>
              </a:rPr>
              <a:t>79</a:t>
            </a:r>
          </a:p>
        </p:txBody>
      </p:sp>
      <p:sp>
        <p:nvSpPr>
          <p:cNvPr id="5" name="矩形 4">
            <a:extLst>
              <a:ext uri="{FF2B5EF4-FFF2-40B4-BE49-F238E27FC236}">
                <a16:creationId xmlns:a16="http://schemas.microsoft.com/office/drawing/2014/main" id="{919B40B2-22BE-4E39-A47D-8E5481E8DB15}"/>
              </a:ext>
            </a:extLst>
          </p:cNvPr>
          <p:cNvSpPr>
            <a:spLocks noGrp="1"/>
          </p:cNvSpPr>
          <p:nvPr/>
        </p:nvSpPr>
        <p:spPr>
          <a:xfrm>
            <a:off x="609600" y="3333750"/>
            <a:ext cx="2667000" cy="723900"/>
          </a:xfrm>
          <a:prstGeom prst="rect">
            <a:avLst/>
          </a:prstGeom>
          <a:noFill/>
          <a:ln w="0">
            <a:noFill/>
          </a:ln>
        </p:spPr>
        <p:txBody>
          <a:bodyPr/>
          <a:lstStyle>
            <a:defPPr>
              <a:defRPr sz="2250" b="1">
                <a:solidFill>
                  <a:srgbClr val="F3EEE3"/>
                </a:solidFill>
                <a:latin typeface="Arial"/>
                <a:ea typeface="Arial"/>
                <a:cs typeface="Arial"/>
              </a:defRPr>
            </a:defPPr>
          </a:lstStyle>
          <a:p>
            <a:pPr>
              <a:buNone/>
              <a:defRPr sz="2250" b="1">
                <a:solidFill>
                  <a:srgbClr val="F3EEE3"/>
                </a:solidFill>
                <a:latin typeface="Arial"/>
                <a:ea typeface="Arial"/>
                <a:cs typeface="Arial"/>
              </a:defRPr>
            </a:pPr>
            <a:r>
              <a:rPr sz="2250" b="1">
                <a:solidFill>
                  <a:srgbClr val="F3EEE3"/>
                </a:solidFill>
                <a:latin typeface="Arial"/>
                <a:ea typeface="Arial"/>
                <a:cs typeface="Arial"/>
              </a:rPr>
              <a:t>Pompeii</a:t>
            </a:r>
          </a:p>
        </p:txBody>
      </p:sp>
      <p:sp>
        <p:nvSpPr>
          <p:cNvPr id="6" name="矩形 5">
            <a:extLst>
              <a:ext uri="{FF2B5EF4-FFF2-40B4-BE49-F238E27FC236}">
                <a16:creationId xmlns:a16="http://schemas.microsoft.com/office/drawing/2014/main" id="{30DB0AFA-863E-4D54-A09F-EC7141C4307C}"/>
              </a:ext>
            </a:extLst>
          </p:cNvPr>
          <p:cNvSpPr>
            <a:spLocks noGrp="1"/>
          </p:cNvSpPr>
          <p:nvPr/>
        </p:nvSpPr>
        <p:spPr>
          <a:xfrm>
            <a:off x="609600" y="4286250"/>
            <a:ext cx="2590800" cy="723900"/>
          </a:xfrm>
          <a:prstGeom prst="rect">
            <a:avLst/>
          </a:prstGeom>
          <a:noFill/>
          <a:ln w="0">
            <a:noFill/>
          </a:ln>
        </p:spPr>
        <p:txBody>
          <a:bodyPr/>
          <a:lstStyle>
            <a:defPPr>
              <a:defRPr sz="2025" b="0">
                <a:solidFill>
                  <a:srgbClr val="70D7D9"/>
                </a:solidFill>
                <a:latin typeface="Arial"/>
                <a:ea typeface="Arial"/>
                <a:cs typeface="Arial"/>
              </a:defRPr>
            </a:defPPr>
          </a:lstStyle>
          <a:p>
            <a:pPr>
              <a:buNone/>
              <a:defRPr sz="2025" b="0">
                <a:solidFill>
                  <a:srgbClr val="70D7D9"/>
                </a:solidFill>
                <a:latin typeface="Arial"/>
                <a:ea typeface="Arial"/>
                <a:cs typeface="Arial"/>
              </a:defRPr>
            </a:pPr>
            <a:r>
              <a:rPr sz="2025" b="0">
                <a:solidFill>
                  <a:srgbClr val="70D7D9"/>
                </a:solidFill>
                <a:latin typeface="Arial"/>
                <a:ea typeface="Arial"/>
                <a:cs typeface="Arial"/>
              </a:rPr>
              <a:t>Emergency Alert</a:t>
            </a:r>
          </a:p>
        </p:txBody>
      </p:sp>
      <p:sp>
        <p:nvSpPr>
          <p:cNvPr id="7" name="矩形 6">
            <a:extLst>
              <a:ext uri="{FF2B5EF4-FFF2-40B4-BE49-F238E27FC236}">
                <a16:creationId xmlns:a16="http://schemas.microsoft.com/office/drawing/2014/main" id="{3A05E79D-7579-4197-A698-AE6F98094B68}"/>
              </a:ext>
            </a:extLst>
          </p:cNvPr>
          <p:cNvSpPr>
            <a:spLocks noGrp="1"/>
          </p:cNvSpPr>
          <p:nvPr/>
        </p:nvSpPr>
        <p:spPr>
          <a:xfrm>
            <a:off x="3467100" y="2209800"/>
            <a:ext cx="2571750" cy="885825"/>
          </a:xfrm>
          <a:prstGeom prst="rect">
            <a:avLst/>
          </a:prstGeom>
          <a:noFill/>
          <a:ln w="0">
            <a:noFill/>
          </a:ln>
        </p:spPr>
        <p:txBody>
          <a:bodyPr/>
          <a:lstStyle>
            <a:defPPr>
              <a:defRPr sz="5250" b="1">
                <a:solidFill>
                  <a:srgbClr val="D4AD70"/>
                </a:solidFill>
                <a:latin typeface="Georgia"/>
                <a:ea typeface="Georgia"/>
                <a:cs typeface="Georgia"/>
              </a:defRPr>
            </a:defPPr>
          </a:lstStyle>
          <a:p>
            <a:pPr>
              <a:buNone/>
              <a:defRPr sz="5250" b="1">
                <a:solidFill>
                  <a:srgbClr val="D4AD70"/>
                </a:solidFill>
                <a:latin typeface="Georgia"/>
                <a:ea typeface="Georgia"/>
                <a:cs typeface="Georgia"/>
              </a:defRPr>
            </a:pPr>
            <a:r>
              <a:rPr sz="5250" b="1">
                <a:solidFill>
                  <a:srgbClr val="D4AD70"/>
                </a:solidFill>
                <a:latin typeface="Georgia"/>
                <a:ea typeface="Georgia"/>
                <a:cs typeface="Georgia"/>
              </a:rPr>
              <a:t>1279</a:t>
            </a:r>
          </a:p>
        </p:txBody>
      </p:sp>
      <p:sp>
        <p:nvSpPr>
          <p:cNvPr id="8" name="矩形 7">
            <a:extLst>
              <a:ext uri="{FF2B5EF4-FFF2-40B4-BE49-F238E27FC236}">
                <a16:creationId xmlns:a16="http://schemas.microsoft.com/office/drawing/2014/main" id="{AAC00B25-9864-48D7-809E-C96B4EDF6334}"/>
              </a:ext>
            </a:extLst>
          </p:cNvPr>
          <p:cNvSpPr>
            <a:spLocks noGrp="1"/>
          </p:cNvSpPr>
          <p:nvPr/>
        </p:nvSpPr>
        <p:spPr>
          <a:xfrm>
            <a:off x="3467100" y="3333750"/>
            <a:ext cx="2667000" cy="723900"/>
          </a:xfrm>
          <a:prstGeom prst="rect">
            <a:avLst/>
          </a:prstGeom>
          <a:noFill/>
          <a:ln w="0">
            <a:noFill/>
          </a:ln>
        </p:spPr>
        <p:txBody>
          <a:bodyPr/>
          <a:lstStyle>
            <a:defPPr>
              <a:defRPr sz="2250" b="1">
                <a:solidFill>
                  <a:srgbClr val="F3EEE3"/>
                </a:solidFill>
                <a:latin typeface="Arial"/>
                <a:ea typeface="Arial"/>
                <a:cs typeface="Arial"/>
              </a:defRPr>
            </a:defPPr>
          </a:lstStyle>
          <a:p>
            <a:pPr>
              <a:buNone/>
              <a:defRPr sz="2250" b="1">
                <a:solidFill>
                  <a:srgbClr val="F3EEE3"/>
                </a:solidFill>
                <a:latin typeface="Arial"/>
                <a:ea typeface="Arial"/>
                <a:cs typeface="Arial"/>
              </a:defRPr>
            </a:pPr>
            <a:r>
              <a:rPr sz="2250" b="1">
                <a:solidFill>
                  <a:srgbClr val="F3EEE3"/>
                </a:solidFill>
                <a:latin typeface="Arial"/>
                <a:ea typeface="Arial"/>
                <a:cs typeface="Arial"/>
              </a:rPr>
              <a:t>Battle of Yamen</a:t>
            </a:r>
          </a:p>
        </p:txBody>
      </p:sp>
      <p:sp>
        <p:nvSpPr>
          <p:cNvPr id="9" name="矩形 8">
            <a:extLst>
              <a:ext uri="{FF2B5EF4-FFF2-40B4-BE49-F238E27FC236}">
                <a16:creationId xmlns:a16="http://schemas.microsoft.com/office/drawing/2014/main" id="{E73AE16A-188E-415B-9FB7-CC466FA85B66}"/>
              </a:ext>
            </a:extLst>
          </p:cNvPr>
          <p:cNvSpPr>
            <a:spLocks noGrp="1"/>
          </p:cNvSpPr>
          <p:nvPr/>
        </p:nvSpPr>
        <p:spPr>
          <a:xfrm>
            <a:off x="3467100" y="4286250"/>
            <a:ext cx="2590800" cy="723900"/>
          </a:xfrm>
          <a:prstGeom prst="rect">
            <a:avLst/>
          </a:prstGeom>
          <a:noFill/>
          <a:ln w="0">
            <a:noFill/>
          </a:ln>
        </p:spPr>
        <p:txBody>
          <a:bodyPr/>
          <a:lstStyle>
            <a:defPPr>
              <a:defRPr sz="2025" b="0">
                <a:solidFill>
                  <a:srgbClr val="70D7D9"/>
                </a:solidFill>
                <a:latin typeface="Arial"/>
                <a:ea typeface="Arial"/>
                <a:cs typeface="Arial"/>
              </a:defRPr>
            </a:defPPr>
          </a:lstStyle>
          <a:p>
            <a:pPr>
              <a:buNone/>
              <a:defRPr sz="2025" b="0">
                <a:solidFill>
                  <a:srgbClr val="70D7D9"/>
                </a:solidFill>
                <a:latin typeface="Arial"/>
                <a:ea typeface="Arial"/>
                <a:cs typeface="Arial"/>
              </a:defRPr>
            </a:pPr>
            <a:r>
              <a:rPr sz="2025" b="0">
                <a:solidFill>
                  <a:srgbClr val="70D7D9"/>
                </a:solidFill>
                <a:latin typeface="Arial"/>
                <a:ea typeface="Arial"/>
                <a:cs typeface="Arial"/>
              </a:rPr>
              <a:t>Future Warship</a:t>
            </a:r>
          </a:p>
        </p:txBody>
      </p:sp>
      <p:sp>
        <p:nvSpPr>
          <p:cNvPr id="10" name="矩形 9">
            <a:extLst>
              <a:ext uri="{FF2B5EF4-FFF2-40B4-BE49-F238E27FC236}">
                <a16:creationId xmlns:a16="http://schemas.microsoft.com/office/drawing/2014/main" id="{94932321-311C-4ED4-92A8-DFF7AA943A7F}"/>
              </a:ext>
            </a:extLst>
          </p:cNvPr>
          <p:cNvSpPr>
            <a:spLocks noGrp="1"/>
          </p:cNvSpPr>
          <p:nvPr/>
        </p:nvSpPr>
        <p:spPr>
          <a:xfrm>
            <a:off x="6324600" y="2209800"/>
            <a:ext cx="2571750" cy="885825"/>
          </a:xfrm>
          <a:prstGeom prst="rect">
            <a:avLst/>
          </a:prstGeom>
          <a:noFill/>
          <a:ln w="0">
            <a:noFill/>
          </a:ln>
        </p:spPr>
        <p:txBody>
          <a:bodyPr/>
          <a:lstStyle>
            <a:defPPr>
              <a:defRPr sz="5250" b="1">
                <a:solidFill>
                  <a:srgbClr val="D4AD70"/>
                </a:solidFill>
                <a:latin typeface="Georgia"/>
                <a:ea typeface="Georgia"/>
                <a:cs typeface="Georgia"/>
              </a:defRPr>
            </a:defPPr>
          </a:lstStyle>
          <a:p>
            <a:pPr>
              <a:buNone/>
              <a:defRPr sz="5250" b="1">
                <a:solidFill>
                  <a:srgbClr val="D4AD70"/>
                </a:solidFill>
                <a:latin typeface="Georgia"/>
                <a:ea typeface="Georgia"/>
                <a:cs typeface="Georgia"/>
              </a:defRPr>
            </a:pPr>
            <a:r>
              <a:rPr sz="5250" b="1">
                <a:solidFill>
                  <a:srgbClr val="D4AD70"/>
                </a:solidFill>
                <a:latin typeface="Georgia"/>
                <a:ea typeface="Georgia"/>
                <a:cs typeface="Georgia"/>
              </a:rPr>
              <a:t>1832</a:t>
            </a:r>
          </a:p>
        </p:txBody>
      </p:sp>
      <p:sp>
        <p:nvSpPr>
          <p:cNvPr id="11" name="矩形 10">
            <a:extLst>
              <a:ext uri="{FF2B5EF4-FFF2-40B4-BE49-F238E27FC236}">
                <a16:creationId xmlns:a16="http://schemas.microsoft.com/office/drawing/2014/main" id="{E0A91664-77DE-416F-B070-4761911B950F}"/>
              </a:ext>
            </a:extLst>
          </p:cNvPr>
          <p:cNvSpPr>
            <a:spLocks noGrp="1"/>
          </p:cNvSpPr>
          <p:nvPr/>
        </p:nvSpPr>
        <p:spPr>
          <a:xfrm>
            <a:off x="6324600" y="3333750"/>
            <a:ext cx="2667000" cy="723900"/>
          </a:xfrm>
          <a:prstGeom prst="rect">
            <a:avLst/>
          </a:prstGeom>
          <a:noFill/>
          <a:ln w="0">
            <a:noFill/>
          </a:ln>
        </p:spPr>
        <p:txBody>
          <a:bodyPr/>
          <a:lstStyle>
            <a:defPPr>
              <a:defRPr sz="2250" b="1">
                <a:solidFill>
                  <a:srgbClr val="F3EEE3"/>
                </a:solidFill>
                <a:latin typeface="Arial"/>
                <a:ea typeface="Arial"/>
                <a:cs typeface="Arial"/>
              </a:defRPr>
            </a:defPPr>
          </a:lstStyle>
          <a:p>
            <a:pPr>
              <a:buNone/>
              <a:defRPr sz="2250" b="1">
                <a:solidFill>
                  <a:srgbClr val="F3EEE3"/>
                </a:solidFill>
                <a:latin typeface="Arial"/>
                <a:ea typeface="Arial"/>
                <a:cs typeface="Arial"/>
              </a:defRPr>
            </a:pPr>
            <a:r>
              <a:rPr sz="2250" b="1">
                <a:solidFill>
                  <a:srgbClr val="F3EEE3"/>
                </a:solidFill>
                <a:latin typeface="Arial"/>
                <a:ea typeface="Arial"/>
                <a:cs typeface="Arial"/>
              </a:rPr>
              <a:t>June Rebellion</a:t>
            </a:r>
          </a:p>
        </p:txBody>
      </p:sp>
      <p:sp>
        <p:nvSpPr>
          <p:cNvPr id="12" name="矩形 11">
            <a:extLst>
              <a:ext uri="{FF2B5EF4-FFF2-40B4-BE49-F238E27FC236}">
                <a16:creationId xmlns:a16="http://schemas.microsoft.com/office/drawing/2014/main" id="{69605948-0F80-47D5-B5F7-7A09DB485242}"/>
              </a:ext>
            </a:extLst>
          </p:cNvPr>
          <p:cNvSpPr>
            <a:spLocks noGrp="1"/>
          </p:cNvSpPr>
          <p:nvPr/>
        </p:nvSpPr>
        <p:spPr>
          <a:xfrm>
            <a:off x="6324600" y="4286250"/>
            <a:ext cx="2590800" cy="723900"/>
          </a:xfrm>
          <a:prstGeom prst="rect">
            <a:avLst/>
          </a:prstGeom>
          <a:noFill/>
          <a:ln w="0">
            <a:noFill/>
          </a:ln>
        </p:spPr>
        <p:txBody>
          <a:bodyPr/>
          <a:lstStyle>
            <a:defPPr>
              <a:defRPr sz="2025" b="0">
                <a:solidFill>
                  <a:srgbClr val="70D7D9"/>
                </a:solidFill>
                <a:latin typeface="Arial"/>
                <a:ea typeface="Arial"/>
                <a:cs typeface="Arial"/>
              </a:defRPr>
            </a:defPPr>
          </a:lstStyle>
          <a:p>
            <a:pPr>
              <a:buNone/>
              <a:defRPr sz="2025" b="0">
                <a:solidFill>
                  <a:srgbClr val="70D7D9"/>
                </a:solidFill>
                <a:latin typeface="Arial"/>
                <a:ea typeface="Arial"/>
                <a:cs typeface="Arial"/>
              </a:defRPr>
            </a:pPr>
            <a:r>
              <a:rPr sz="2025" b="0">
                <a:solidFill>
                  <a:srgbClr val="70D7D9"/>
                </a:solidFill>
                <a:latin typeface="Arial"/>
                <a:ea typeface="Arial"/>
                <a:cs typeface="Arial"/>
              </a:rPr>
              <a:t>Iron Man Armor</a:t>
            </a:r>
          </a:p>
        </p:txBody>
      </p:sp>
      <p:sp>
        <p:nvSpPr>
          <p:cNvPr id="13" name="矩形 12">
            <a:extLst>
              <a:ext uri="{FF2B5EF4-FFF2-40B4-BE49-F238E27FC236}">
                <a16:creationId xmlns:a16="http://schemas.microsoft.com/office/drawing/2014/main" id="{9308B2BB-40AA-4E79-842D-CC311B42ECA2}"/>
              </a:ext>
            </a:extLst>
          </p:cNvPr>
          <p:cNvSpPr>
            <a:spLocks noGrp="1"/>
          </p:cNvSpPr>
          <p:nvPr/>
        </p:nvSpPr>
        <p:spPr>
          <a:xfrm>
            <a:off x="9182100" y="2209800"/>
            <a:ext cx="2571750" cy="885825"/>
          </a:xfrm>
          <a:prstGeom prst="rect">
            <a:avLst/>
          </a:prstGeom>
          <a:noFill/>
          <a:ln w="0">
            <a:noFill/>
          </a:ln>
        </p:spPr>
        <p:txBody>
          <a:bodyPr/>
          <a:lstStyle>
            <a:defPPr>
              <a:defRPr sz="5250" b="1">
                <a:solidFill>
                  <a:srgbClr val="D4AD70"/>
                </a:solidFill>
                <a:latin typeface="Georgia"/>
                <a:ea typeface="Georgia"/>
                <a:cs typeface="Georgia"/>
              </a:defRPr>
            </a:defPPr>
          </a:lstStyle>
          <a:p>
            <a:pPr>
              <a:buNone/>
              <a:defRPr sz="5250" b="1">
                <a:solidFill>
                  <a:srgbClr val="D4AD70"/>
                </a:solidFill>
                <a:latin typeface="Georgia"/>
                <a:ea typeface="Georgia"/>
                <a:cs typeface="Georgia"/>
              </a:defRPr>
            </a:pPr>
            <a:r>
              <a:rPr sz="5250" b="1">
                <a:solidFill>
                  <a:srgbClr val="D4AD70"/>
                </a:solidFill>
                <a:latin typeface="Georgia"/>
                <a:ea typeface="Georgia"/>
                <a:cs typeface="Georgia"/>
              </a:rPr>
              <a:t>1898</a:t>
            </a:r>
          </a:p>
        </p:txBody>
      </p:sp>
      <p:sp>
        <p:nvSpPr>
          <p:cNvPr id="14" name="矩形 13">
            <a:extLst>
              <a:ext uri="{FF2B5EF4-FFF2-40B4-BE49-F238E27FC236}">
                <a16:creationId xmlns:a16="http://schemas.microsoft.com/office/drawing/2014/main" id="{9E3F168F-88CE-4F96-8CA8-8E77AFC7BEB1}"/>
              </a:ext>
            </a:extLst>
          </p:cNvPr>
          <p:cNvSpPr>
            <a:spLocks noGrp="1"/>
          </p:cNvSpPr>
          <p:nvPr/>
        </p:nvSpPr>
        <p:spPr>
          <a:xfrm>
            <a:off x="9182100" y="3333750"/>
            <a:ext cx="2667000" cy="723900"/>
          </a:xfrm>
          <a:prstGeom prst="rect">
            <a:avLst/>
          </a:prstGeom>
          <a:noFill/>
          <a:ln w="0">
            <a:noFill/>
          </a:ln>
        </p:spPr>
        <p:txBody>
          <a:bodyPr/>
          <a:lstStyle>
            <a:defPPr>
              <a:defRPr sz="2250" b="1">
                <a:solidFill>
                  <a:srgbClr val="F3EEE3"/>
                </a:solidFill>
                <a:latin typeface="Arial"/>
                <a:ea typeface="Arial"/>
                <a:cs typeface="Arial"/>
              </a:defRPr>
            </a:defPPr>
          </a:lstStyle>
          <a:p>
            <a:pPr>
              <a:buNone/>
              <a:defRPr sz="2250" b="1">
                <a:solidFill>
                  <a:srgbClr val="F3EEE3"/>
                </a:solidFill>
                <a:latin typeface="Arial"/>
                <a:ea typeface="Arial"/>
                <a:cs typeface="Arial"/>
              </a:defRPr>
            </a:pPr>
            <a:r>
              <a:rPr sz="2250" b="1">
                <a:solidFill>
                  <a:srgbClr val="F3EEE3"/>
                </a:solidFill>
                <a:latin typeface="Arial"/>
                <a:ea typeface="Arial"/>
                <a:cs typeface="Arial"/>
              </a:rPr>
              <a:t>Tan Sitong</a:t>
            </a:r>
          </a:p>
        </p:txBody>
      </p:sp>
      <p:sp>
        <p:nvSpPr>
          <p:cNvPr id="15" name="矩形 14">
            <a:extLst>
              <a:ext uri="{FF2B5EF4-FFF2-40B4-BE49-F238E27FC236}">
                <a16:creationId xmlns:a16="http://schemas.microsoft.com/office/drawing/2014/main" id="{E93D99C2-BC1A-45BB-8D8C-7466AC052223}"/>
              </a:ext>
            </a:extLst>
          </p:cNvPr>
          <p:cNvSpPr>
            <a:spLocks noGrp="1"/>
          </p:cNvSpPr>
          <p:nvPr/>
        </p:nvSpPr>
        <p:spPr>
          <a:xfrm>
            <a:off x="9182100" y="4286250"/>
            <a:ext cx="2590800" cy="723900"/>
          </a:xfrm>
          <a:prstGeom prst="rect">
            <a:avLst/>
          </a:prstGeom>
          <a:noFill/>
          <a:ln w="0">
            <a:noFill/>
          </a:ln>
        </p:spPr>
        <p:txBody>
          <a:bodyPr/>
          <a:lstStyle>
            <a:defPPr>
              <a:defRPr sz="2025" b="0">
                <a:solidFill>
                  <a:srgbClr val="70D7D9"/>
                </a:solidFill>
                <a:latin typeface="Arial"/>
                <a:ea typeface="Arial"/>
                <a:cs typeface="Arial"/>
              </a:defRPr>
            </a:defPPr>
          </a:lstStyle>
          <a:p>
            <a:pPr>
              <a:buNone/>
              <a:defRPr sz="2025" b="0">
                <a:solidFill>
                  <a:srgbClr val="70D7D9"/>
                </a:solidFill>
                <a:latin typeface="Arial"/>
                <a:ea typeface="Arial"/>
                <a:cs typeface="Arial"/>
              </a:defRPr>
            </a:pPr>
            <a:r>
              <a:rPr sz="2025" b="0">
                <a:solidFill>
                  <a:srgbClr val="70D7D9"/>
                </a:solidFill>
                <a:latin typeface="Arial"/>
                <a:ea typeface="Arial"/>
                <a:cs typeface="Arial"/>
              </a:rPr>
              <a:t>Powered Armor</a:t>
            </a:r>
          </a:p>
        </p:txBody>
      </p:sp>
      <p:sp>
        <p:nvSpPr>
          <p:cNvPr id="16" name="矩形 15">
            <a:extLst>
              <a:ext uri="{FF2B5EF4-FFF2-40B4-BE49-F238E27FC236}">
                <a16:creationId xmlns:a16="http://schemas.microsoft.com/office/drawing/2014/main" id="{8C906060-DDF2-4514-9CD9-1EA3B4BC4024}"/>
              </a:ext>
            </a:extLst>
          </p:cNvPr>
          <p:cNvSpPr>
            <a:spLocks noGrp="1"/>
          </p:cNvSpPr>
          <p:nvPr/>
        </p:nvSpPr>
        <p:spPr>
          <a:xfrm>
            <a:off x="609600" y="5695950"/>
            <a:ext cx="10953750" cy="514350"/>
          </a:xfrm>
          <a:prstGeom prst="rect">
            <a:avLst/>
          </a:prstGeom>
          <a:noFill/>
          <a:ln w="0">
            <a:noFill/>
          </a:ln>
        </p:spPr>
        <p:txBody>
          <a:bodyPr/>
          <a:lstStyle>
            <a:defPPr>
              <a:defRPr sz="2325" b="1">
                <a:solidFill>
                  <a:srgbClr val="F3EEE3"/>
                </a:solidFill>
                <a:latin typeface="Arial"/>
                <a:ea typeface="Arial"/>
                <a:cs typeface="Arial"/>
              </a:defRPr>
            </a:defPPr>
          </a:lstStyle>
          <a:p>
            <a:pPr>
              <a:buNone/>
              <a:defRPr sz="2325" b="1">
                <a:solidFill>
                  <a:srgbClr val="F3EEE3"/>
                </a:solidFill>
                <a:latin typeface="Arial"/>
                <a:ea typeface="Arial"/>
                <a:cs typeface="Arial"/>
              </a:defRPr>
            </a:pPr>
            <a:r>
              <a:rPr sz="2325" b="1">
                <a:solidFill>
                  <a:srgbClr val="F3EEE3"/>
                </a:solidFill>
                <a:latin typeface="Arial"/>
                <a:ea typeface="Arial"/>
                <a:cs typeface="Arial"/>
              </a:rPr>
              <a:t>Four interwoven stories / ONE 2–4 minute short film</a:t>
            </a:r>
          </a:p>
        </p:txBody>
      </p:sp>
      <p:sp>
        <p:nvSpPr>
          <p:cNvPr id="18" name="矩形 17">
            <a:extLst>
              <a:ext uri="{FF2B5EF4-FFF2-40B4-BE49-F238E27FC236}">
                <a16:creationId xmlns:a16="http://schemas.microsoft.com/office/drawing/2014/main" id="{46450A43-2726-48F7-A4B7-348A28147280}"/>
              </a:ext>
            </a:extLst>
          </p:cNvPr>
          <p:cNvSpPr>
            <a:spLocks noGrp="1"/>
          </p:cNvSpPr>
          <p:nvPr/>
        </p:nvSpPr>
        <p:spPr>
          <a:xfrm>
            <a:off x="609600" y="1752600"/>
            <a:ext cx="10906125" cy="381000"/>
          </a:xfrm>
          <a:prstGeom prst="rect">
            <a:avLst/>
          </a:prstGeom>
          <a:noFill/>
          <a:ln w="0">
            <a:noFill/>
          </a:ln>
        </p:spPr>
        <p:txBody>
          <a:bodyPr/>
          <a:lstStyle>
            <a:defPPr>
              <a:defRPr sz="2025" b="0">
                <a:solidFill>
                  <a:srgbClr val="70D7D9"/>
                </a:solidFill>
                <a:latin typeface="Arial"/>
                <a:ea typeface="Arial"/>
                <a:cs typeface="Arial"/>
              </a:defRPr>
            </a:defPPr>
          </a:lstStyle>
          <a:p>
            <a:pPr>
              <a:defRPr sz="2025" b="0">
                <a:solidFill>
                  <a:srgbClr val="70D7D9"/>
                </a:solidFill>
                <a:latin typeface="Arial"/>
                <a:ea typeface="Arial"/>
                <a:cs typeface="Arial"/>
              </a:defRPr>
            </a:pPr>
            <a:r>
              <a:rPr sz="2025" b="0">
                <a:solidFill>
                  <a:srgbClr val="70D7D9"/>
                </a:solidFill>
                <a:latin typeface="Arial"/>
                <a:ea typeface="Arial"/>
                <a:cs typeface="Arial"/>
              </a:rPr>
              <a:t>Loki loses focus. The Sacred Timeline loosens.</a:t>
            </a:r>
          </a:p>
        </p:txBody>
      </p:sp>
    </p:spTree>
    <p:extLst>
      <p:ext uri="{BB962C8B-B14F-4D97-AF65-F5344CB8AC3E}">
        <p14:creationId xmlns:p14="http://schemas.microsoft.com/office/powerpoint/2010/main" val="1099668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81B"/>
        </a:solidFill>
        <a:effectLst/>
      </p:bgPr>
    </p:bg>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B51885A9-3426-4EB0-9649-059841E65FDE}"/>
              </a:ext>
            </a:extLst>
          </p:cNvPr>
          <p:cNvPicPr>
            <a:picLocks noChangeAspect="1"/>
          </p:cNvPicPr>
          <p:nvPr/>
        </p:nvPicPr>
        <p:blipFill>
          <a:blip r:embed="rId3"/>
          <a:srcRect/>
          <a:stretch/>
        </p:blipFill>
        <p:spPr>
          <a:xfrm>
            <a:off x="3329940" y="-76200"/>
            <a:ext cx="10287000" cy="6858000"/>
          </a:xfrm>
          <a:prstGeom prst="rect">
            <a:avLst/>
          </a:prstGeom>
          <a:effectLst>
            <a:softEdge rad="1270000"/>
          </a:effectLst>
        </p:spPr>
      </p:pic>
      <p:sp>
        <p:nvSpPr>
          <p:cNvPr id="2" name="矩形 1">
            <a:extLst>
              <a:ext uri="{FF2B5EF4-FFF2-40B4-BE49-F238E27FC236}">
                <a16:creationId xmlns:a16="http://schemas.microsoft.com/office/drawing/2014/main" id="{129CF6BF-17B7-41C7-8B96-B2DFB8A06DFE}"/>
              </a:ext>
            </a:extLst>
          </p:cNvPr>
          <p:cNvSpPr>
            <a:spLocks noGrp="1"/>
          </p:cNvSpPr>
          <p:nvPr/>
        </p:nvSpPr>
        <p:spPr>
          <a:xfrm>
            <a:off x="609600" y="381000"/>
            <a:ext cx="10668000" cy="304800"/>
          </a:xfrm>
          <a:prstGeom prst="rect">
            <a:avLst/>
          </a:prstGeom>
          <a:noFill/>
          <a:ln w="0">
            <a:noFill/>
          </a:ln>
        </p:spPr>
        <p:txBody>
          <a:bodyPr/>
          <a:lstStyle>
            <a:defPPr>
              <a:defRPr sz="1350" b="1">
                <a:solidFill>
                  <a:srgbClr val="D4AD70"/>
                </a:solidFill>
                <a:latin typeface="Arial"/>
                <a:ea typeface="Arial"/>
                <a:cs typeface="Arial"/>
              </a:defRPr>
            </a:defPPr>
          </a:lstStyle>
          <a:p>
            <a:pPr>
              <a:buNone/>
              <a:defRPr sz="1350" b="1">
                <a:solidFill>
                  <a:srgbClr val="D4AD70"/>
                </a:solidFill>
                <a:latin typeface="Arial"/>
                <a:ea typeface="Arial"/>
                <a:cs typeface="Arial"/>
              </a:defRPr>
            </a:pPr>
            <a:r>
              <a:rPr sz="1350" b="1">
                <a:solidFill>
                  <a:srgbClr val="D4AD70"/>
                </a:solidFill>
                <a:latin typeface="Arial"/>
                <a:ea typeface="Arial"/>
                <a:cs typeface="Arial"/>
              </a:rPr>
              <a:t>02  MOTIVATION / INTERESTS</a:t>
            </a:r>
          </a:p>
        </p:txBody>
      </p:sp>
      <p:sp>
        <p:nvSpPr>
          <p:cNvPr id="3" name="矩形 2">
            <a:extLst>
              <a:ext uri="{FF2B5EF4-FFF2-40B4-BE49-F238E27FC236}">
                <a16:creationId xmlns:a16="http://schemas.microsoft.com/office/drawing/2014/main" id="{DAFDC35B-46E1-42DD-955C-25BE189DFD2A}"/>
              </a:ext>
            </a:extLst>
          </p:cNvPr>
          <p:cNvSpPr>
            <a:spLocks noGrp="1"/>
          </p:cNvSpPr>
          <p:nvPr/>
        </p:nvSpPr>
        <p:spPr>
          <a:xfrm>
            <a:off x="609600" y="914400"/>
            <a:ext cx="10763250" cy="857250"/>
          </a:xfrm>
          <a:prstGeom prst="rect">
            <a:avLst/>
          </a:prstGeom>
          <a:noFill/>
          <a:ln w="0">
            <a:noFill/>
          </a:ln>
        </p:spPr>
        <p:txBody>
          <a:bodyPr/>
          <a:lstStyle>
            <a:defPPr>
              <a:defRPr sz="3600" b="1">
                <a:solidFill>
                  <a:srgbClr val="F3EEE3"/>
                </a:solidFill>
                <a:latin typeface="Arial"/>
                <a:ea typeface="Arial"/>
                <a:cs typeface="Arial"/>
              </a:defRPr>
            </a:defPPr>
          </a:lstStyle>
          <a:p>
            <a:pPr>
              <a:buNone/>
              <a:defRPr sz="3600" b="1">
                <a:solidFill>
                  <a:srgbClr val="F3EEE3"/>
                </a:solidFill>
                <a:latin typeface="Arial"/>
                <a:ea typeface="Arial"/>
                <a:cs typeface="Arial"/>
              </a:defRPr>
            </a:pPr>
            <a:r>
              <a:rPr sz="3600" b="1">
                <a:solidFill>
                  <a:srgbClr val="F3EEE3"/>
                </a:solidFill>
                <a:latin typeface="Arial"/>
                <a:ea typeface="Arial"/>
                <a:cs typeface="Arial"/>
              </a:rPr>
              <a:t>Why I want to revisit history</a:t>
            </a:r>
          </a:p>
        </p:txBody>
      </p:sp>
      <p:sp>
        <p:nvSpPr>
          <p:cNvPr id="4" name="矩形 3">
            <a:extLst>
              <a:ext uri="{FF2B5EF4-FFF2-40B4-BE49-F238E27FC236}">
                <a16:creationId xmlns:a16="http://schemas.microsoft.com/office/drawing/2014/main" id="{7E9C83B4-1C1C-4108-AD29-72B4804646DD}"/>
              </a:ext>
            </a:extLst>
          </p:cNvPr>
          <p:cNvSpPr>
            <a:spLocks noGrp="1"/>
          </p:cNvSpPr>
          <p:nvPr/>
        </p:nvSpPr>
        <p:spPr>
          <a:xfrm>
            <a:off x="11144250" y="6248400"/>
            <a:ext cx="476250" cy="285750"/>
          </a:xfrm>
          <a:prstGeom prst="rect">
            <a:avLst/>
          </a:prstGeom>
          <a:noFill/>
          <a:ln w="0">
            <a:noFill/>
          </a:ln>
        </p:spPr>
        <p:txBody>
          <a:bodyPr/>
          <a:lstStyle>
            <a:defPPr>
              <a:defRPr sz="1200" b="0">
                <a:solidFill>
                  <a:srgbClr val="B5B9B5"/>
                </a:solidFill>
                <a:latin typeface="Arial"/>
                <a:ea typeface="Arial"/>
                <a:cs typeface="Arial"/>
              </a:defRPr>
            </a:defPPr>
          </a:lstStyle>
          <a:p>
            <a:pPr>
              <a:buNone/>
              <a:defRPr sz="1200" b="0">
                <a:solidFill>
                  <a:srgbClr val="B5B9B5"/>
                </a:solidFill>
                <a:latin typeface="Arial"/>
                <a:ea typeface="Arial"/>
                <a:cs typeface="Arial"/>
              </a:defRPr>
            </a:pPr>
            <a:r>
              <a:rPr sz="1200" b="0">
                <a:solidFill>
                  <a:srgbClr val="B5B9B5"/>
                </a:solidFill>
                <a:latin typeface="Arial"/>
                <a:ea typeface="Arial"/>
                <a:cs typeface="Arial"/>
              </a:rPr>
              <a:t>03</a:t>
            </a:r>
          </a:p>
        </p:txBody>
      </p:sp>
      <p:sp>
        <p:nvSpPr>
          <p:cNvPr id="5" name="矩形 4">
            <a:extLst>
              <a:ext uri="{FF2B5EF4-FFF2-40B4-BE49-F238E27FC236}">
                <a16:creationId xmlns:a16="http://schemas.microsoft.com/office/drawing/2014/main" id="{7712848F-25CE-4A76-9BFA-D184E3528EAD}"/>
              </a:ext>
            </a:extLst>
          </p:cNvPr>
          <p:cNvSpPr>
            <a:spLocks noGrp="1"/>
          </p:cNvSpPr>
          <p:nvPr/>
        </p:nvSpPr>
        <p:spPr>
          <a:xfrm>
            <a:off x="609600" y="2152650"/>
            <a:ext cx="6286500" cy="619125"/>
          </a:xfrm>
          <a:prstGeom prst="rect">
            <a:avLst/>
          </a:prstGeom>
          <a:noFill/>
          <a:ln w="0">
            <a:noFill/>
          </a:ln>
        </p:spPr>
        <p:txBody>
          <a:bodyPr/>
          <a:lstStyle>
            <a:defPPr>
              <a:defRPr sz="3375" b="1">
                <a:solidFill>
                  <a:srgbClr val="D4AD70"/>
                </a:solidFill>
                <a:latin typeface="Arial"/>
                <a:ea typeface="Arial"/>
                <a:cs typeface="Arial"/>
              </a:defRPr>
            </a:defPPr>
          </a:lstStyle>
          <a:p>
            <a:pPr>
              <a:buNone/>
              <a:defRPr sz="3375" b="1">
                <a:solidFill>
                  <a:srgbClr val="D4AD70"/>
                </a:solidFill>
                <a:latin typeface="Arial"/>
                <a:ea typeface="Arial"/>
                <a:cs typeface="Arial"/>
              </a:defRPr>
            </a:pPr>
            <a:r>
              <a:rPr sz="3375" b="1">
                <a:solidFill>
                  <a:srgbClr val="D4AD70"/>
                </a:solidFill>
                <a:latin typeface="Arial"/>
                <a:ea typeface="Arial"/>
                <a:cs typeface="Arial"/>
              </a:rPr>
              <a:t>Historical regret</a:t>
            </a:r>
          </a:p>
        </p:txBody>
      </p:sp>
      <p:sp>
        <p:nvSpPr>
          <p:cNvPr id="6" name="矩形 5">
            <a:extLst>
              <a:ext uri="{FF2B5EF4-FFF2-40B4-BE49-F238E27FC236}">
                <a16:creationId xmlns:a16="http://schemas.microsoft.com/office/drawing/2014/main" id="{30D44337-24D3-47FC-8E73-D283B932B161}"/>
              </a:ext>
            </a:extLst>
          </p:cNvPr>
          <p:cNvSpPr>
            <a:spLocks noGrp="1"/>
          </p:cNvSpPr>
          <p:nvPr/>
        </p:nvSpPr>
        <p:spPr>
          <a:xfrm>
            <a:off x="609600" y="2857500"/>
            <a:ext cx="8572500" cy="495300"/>
          </a:xfrm>
          <a:prstGeom prst="rect">
            <a:avLst/>
          </a:prstGeom>
          <a:noFill/>
          <a:ln w="0">
            <a:noFill/>
          </a:ln>
        </p:spPr>
        <p:txBody>
          <a:bodyPr/>
          <a:lstStyle>
            <a:defPPr>
              <a:defRPr sz="2250" b="0">
                <a:solidFill>
                  <a:srgbClr val="F3EEE3"/>
                </a:solidFill>
                <a:latin typeface="Arial"/>
                <a:ea typeface="Arial"/>
                <a:cs typeface="Arial"/>
              </a:defRPr>
            </a:defPPr>
          </a:lstStyle>
          <a:p>
            <a:pPr>
              <a:buNone/>
              <a:defRPr sz="2250" b="0">
                <a:solidFill>
                  <a:srgbClr val="F3EEE3"/>
                </a:solidFill>
                <a:latin typeface="Arial"/>
                <a:ea typeface="Arial"/>
                <a:cs typeface="Arial"/>
              </a:defRPr>
            </a:pPr>
            <a:r>
              <a:rPr sz="2250" b="0">
                <a:solidFill>
                  <a:srgbClr val="F3EEE3"/>
                </a:solidFill>
                <a:latin typeface="Arial"/>
                <a:ea typeface="Arial"/>
                <a:cs typeface="Arial"/>
              </a:rPr>
              <a:t>Four chances to imagine a different ending</a:t>
            </a:r>
          </a:p>
        </p:txBody>
      </p:sp>
      <p:sp>
        <p:nvSpPr>
          <p:cNvPr id="7" name="矩形 6">
            <a:extLst>
              <a:ext uri="{FF2B5EF4-FFF2-40B4-BE49-F238E27FC236}">
                <a16:creationId xmlns:a16="http://schemas.microsoft.com/office/drawing/2014/main" id="{0573490C-4482-46E8-A5F9-61D8EEB82F4E}"/>
              </a:ext>
            </a:extLst>
          </p:cNvPr>
          <p:cNvSpPr>
            <a:spLocks noGrp="1"/>
          </p:cNvSpPr>
          <p:nvPr/>
        </p:nvSpPr>
        <p:spPr>
          <a:xfrm>
            <a:off x="609600" y="3857625"/>
            <a:ext cx="6286500" cy="619125"/>
          </a:xfrm>
          <a:prstGeom prst="rect">
            <a:avLst/>
          </a:prstGeom>
          <a:noFill/>
          <a:ln w="0">
            <a:noFill/>
          </a:ln>
        </p:spPr>
        <p:txBody>
          <a:bodyPr/>
          <a:lstStyle>
            <a:defPPr>
              <a:defRPr sz="3375" b="1">
                <a:solidFill>
                  <a:srgbClr val="70D7D9"/>
                </a:solidFill>
                <a:latin typeface="Arial"/>
                <a:ea typeface="Arial"/>
                <a:cs typeface="Arial"/>
              </a:defRPr>
            </a:defPPr>
          </a:lstStyle>
          <a:p>
            <a:pPr>
              <a:buNone/>
              <a:defRPr sz="3375" b="1">
                <a:solidFill>
                  <a:srgbClr val="70D7D9"/>
                </a:solidFill>
                <a:latin typeface="Arial"/>
                <a:ea typeface="Arial"/>
                <a:cs typeface="Arial"/>
              </a:defRPr>
            </a:pPr>
            <a:r>
              <a:rPr sz="3375" b="1">
                <a:solidFill>
                  <a:srgbClr val="70D7D9"/>
                </a:solidFill>
                <a:latin typeface="Arial"/>
                <a:ea typeface="Arial"/>
                <a:cs typeface="Arial"/>
              </a:rPr>
              <a:t>Anachronism</a:t>
            </a:r>
          </a:p>
        </p:txBody>
      </p:sp>
      <p:sp>
        <p:nvSpPr>
          <p:cNvPr id="8" name="矩形 7">
            <a:extLst>
              <a:ext uri="{FF2B5EF4-FFF2-40B4-BE49-F238E27FC236}">
                <a16:creationId xmlns:a16="http://schemas.microsoft.com/office/drawing/2014/main" id="{8ED864E3-EB09-416E-ADA2-50139C56EE3E}"/>
              </a:ext>
            </a:extLst>
          </p:cNvPr>
          <p:cNvSpPr>
            <a:spLocks noGrp="1"/>
          </p:cNvSpPr>
          <p:nvPr/>
        </p:nvSpPr>
        <p:spPr>
          <a:xfrm>
            <a:off x="609600" y="4562475"/>
            <a:ext cx="9715500" cy="495300"/>
          </a:xfrm>
          <a:prstGeom prst="rect">
            <a:avLst/>
          </a:prstGeom>
          <a:noFill/>
          <a:ln w="0">
            <a:noFill/>
          </a:ln>
        </p:spPr>
        <p:txBody>
          <a:bodyPr/>
          <a:lstStyle>
            <a:defPPr>
              <a:defRPr sz="2250" b="0">
                <a:solidFill>
                  <a:srgbClr val="F3EEE3"/>
                </a:solidFill>
                <a:latin typeface="Arial"/>
                <a:ea typeface="Arial"/>
                <a:cs typeface="Arial"/>
              </a:defRPr>
            </a:defPPr>
          </a:lstStyle>
          <a:p>
            <a:pPr>
              <a:buNone/>
              <a:defRPr sz="2250" b="0">
                <a:solidFill>
                  <a:srgbClr val="F3EEE3"/>
                </a:solidFill>
                <a:latin typeface="Arial"/>
                <a:ea typeface="Arial"/>
                <a:cs typeface="Arial"/>
              </a:defRPr>
            </a:pPr>
            <a:r>
              <a:rPr sz="2250" b="0">
                <a:solidFill>
                  <a:srgbClr val="F3EEE3"/>
                </a:solidFill>
                <a:latin typeface="Arial"/>
                <a:ea typeface="Arial"/>
                <a:cs typeface="Arial"/>
              </a:rPr>
              <a:t>A technology that does not belong to its time</a:t>
            </a:r>
          </a:p>
        </p:txBody>
      </p:sp>
      <p:sp>
        <p:nvSpPr>
          <p:cNvPr id="9" name="矩形 8">
            <a:extLst>
              <a:ext uri="{FF2B5EF4-FFF2-40B4-BE49-F238E27FC236}">
                <a16:creationId xmlns:a16="http://schemas.microsoft.com/office/drawing/2014/main" id="{59037CBE-8E37-449B-A77A-A59CF14BA24F}"/>
              </a:ext>
            </a:extLst>
          </p:cNvPr>
          <p:cNvSpPr>
            <a:spLocks noGrp="1"/>
          </p:cNvSpPr>
          <p:nvPr/>
        </p:nvSpPr>
        <p:spPr>
          <a:xfrm>
            <a:off x="609600" y="5695950"/>
            <a:ext cx="10572750" cy="495300"/>
          </a:xfrm>
          <a:prstGeom prst="rect">
            <a:avLst/>
          </a:prstGeom>
          <a:noFill/>
          <a:ln w="0">
            <a:noFill/>
          </a:ln>
        </p:spPr>
        <p:txBody>
          <a:bodyPr/>
          <a:lstStyle>
            <a:defPPr>
              <a:defRPr sz="2400" b="1">
                <a:solidFill>
                  <a:srgbClr val="F3EEE3"/>
                </a:solidFill>
                <a:latin typeface="Arial"/>
                <a:ea typeface="Arial"/>
                <a:cs typeface="Arial"/>
              </a:defRPr>
            </a:defPPr>
          </a:lstStyle>
          <a:p>
            <a:pPr>
              <a:buNone/>
              <a:defRPr sz="2400" b="1">
                <a:solidFill>
                  <a:srgbClr val="F3EEE3"/>
                </a:solidFill>
                <a:latin typeface="Arial"/>
                <a:ea typeface="Arial"/>
                <a:cs typeface="Arial"/>
              </a:defRPr>
            </a:pPr>
            <a:r>
              <a:rPr sz="2400" b="1">
                <a:solidFill>
                  <a:srgbClr val="F3EEE3"/>
                </a:solidFill>
                <a:latin typeface="Arial"/>
                <a:ea typeface="Arial"/>
                <a:cs typeface="Arial"/>
              </a:rPr>
              <a:t>Would these changes create a better future?</a:t>
            </a:r>
          </a:p>
        </p:txBody>
      </p:sp>
    </p:spTree>
    <p:extLst>
      <p:ext uri="{BB962C8B-B14F-4D97-AF65-F5344CB8AC3E}">
        <p14:creationId xmlns:p14="http://schemas.microsoft.com/office/powerpoint/2010/main" val="310211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81B"/>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D5741CBE-6061-4284-96C6-4432CDE1D000}"/>
              </a:ext>
            </a:extLst>
          </p:cNvPr>
          <p:cNvSpPr>
            <a:spLocks noGrp="1"/>
          </p:cNvSpPr>
          <p:nvPr/>
        </p:nvSpPr>
        <p:spPr>
          <a:xfrm>
            <a:off x="609600" y="381000"/>
            <a:ext cx="10668000" cy="304800"/>
          </a:xfrm>
          <a:prstGeom prst="rect">
            <a:avLst/>
          </a:prstGeom>
          <a:noFill/>
          <a:ln w="0">
            <a:noFill/>
          </a:ln>
        </p:spPr>
        <p:txBody>
          <a:bodyPr/>
          <a:lstStyle>
            <a:defPPr>
              <a:defRPr sz="1350" b="1">
                <a:solidFill>
                  <a:srgbClr val="D4AD70"/>
                </a:solidFill>
                <a:latin typeface="Arial"/>
                <a:ea typeface="Arial"/>
                <a:cs typeface="Arial"/>
              </a:defRPr>
            </a:defPPr>
          </a:lstStyle>
          <a:p>
            <a:pPr>
              <a:buNone/>
              <a:defRPr sz="1350" b="1">
                <a:solidFill>
                  <a:srgbClr val="D4AD70"/>
                </a:solidFill>
                <a:latin typeface="Arial"/>
                <a:ea typeface="Arial"/>
                <a:cs typeface="Arial"/>
              </a:defRPr>
            </a:pPr>
            <a:r>
              <a:rPr sz="1350" b="1">
                <a:solidFill>
                  <a:srgbClr val="D4AD70"/>
                </a:solidFill>
                <a:latin typeface="Arial"/>
                <a:ea typeface="Arial"/>
                <a:cs typeface="Arial"/>
              </a:rPr>
              <a:t>03  INSPIRATION &amp; REFERENCES</a:t>
            </a:r>
          </a:p>
        </p:txBody>
      </p:sp>
      <p:sp>
        <p:nvSpPr>
          <p:cNvPr id="2" name="矩形 1">
            <a:extLst>
              <a:ext uri="{FF2B5EF4-FFF2-40B4-BE49-F238E27FC236}">
                <a16:creationId xmlns:a16="http://schemas.microsoft.com/office/drawing/2014/main" id="{FC52059E-5A61-4B0D-BCDE-9B41945102F5}"/>
              </a:ext>
            </a:extLst>
          </p:cNvPr>
          <p:cNvSpPr>
            <a:spLocks noGrp="1"/>
          </p:cNvSpPr>
          <p:nvPr/>
        </p:nvSpPr>
        <p:spPr>
          <a:xfrm>
            <a:off x="609600" y="914400"/>
            <a:ext cx="10953750" cy="857250"/>
          </a:xfrm>
          <a:prstGeom prst="rect">
            <a:avLst/>
          </a:prstGeom>
          <a:noFill/>
          <a:ln w="0">
            <a:noFill/>
          </a:ln>
        </p:spPr>
        <p:txBody>
          <a:bodyPr/>
          <a:lstStyle>
            <a:defPPr>
              <a:defRPr sz="3150" b="1">
                <a:solidFill>
                  <a:srgbClr val="F3EEE3"/>
                </a:solidFill>
                <a:latin typeface="Arial"/>
                <a:ea typeface="Arial"/>
                <a:cs typeface="Arial"/>
              </a:defRPr>
            </a:defPPr>
          </a:lstStyle>
          <a:p>
            <a:pPr>
              <a:buNone/>
              <a:defRPr sz="3150" b="1">
                <a:solidFill>
                  <a:srgbClr val="F3EEE3"/>
                </a:solidFill>
                <a:latin typeface="Arial"/>
                <a:ea typeface="Arial"/>
                <a:cs typeface="Arial"/>
              </a:defRPr>
            </a:pPr>
            <a:r>
              <a:rPr sz="3150" b="1">
                <a:solidFill>
                  <a:srgbClr val="F3EEE3"/>
                </a:solidFill>
                <a:latin typeface="Arial"/>
                <a:ea typeface="Arial"/>
                <a:cs typeface="Arial"/>
              </a:rPr>
              <a:t>The emotional starting point + the impossible object</a:t>
            </a:r>
          </a:p>
        </p:txBody>
      </p:sp>
      <p:pic>
        <p:nvPicPr>
          <p:cNvPr id="3" name="图片 2">
            <a:extLst>
              <a:ext uri="{FF2B5EF4-FFF2-40B4-BE49-F238E27FC236}">
                <a16:creationId xmlns:a16="http://schemas.microsoft.com/office/drawing/2014/main" id="{F84BA89C-976A-4D08-9A3B-CB330146FA5D}"/>
              </a:ext>
            </a:extLst>
          </p:cNvPr>
          <p:cNvPicPr>
            <a:picLocks noChangeAspect="1"/>
          </p:cNvPicPr>
          <p:nvPr/>
        </p:nvPicPr>
        <p:blipFill>
          <a:blip r:embed="rId5"/>
          <a:stretch/>
        </p:blipFill>
        <p:spPr>
          <a:xfrm>
            <a:off x="3065928" y="3379666"/>
            <a:ext cx="3639671" cy="1973384"/>
          </a:xfrm>
          <a:prstGeom prst="rect">
            <a:avLst/>
          </a:prstGeom>
        </p:spPr>
      </p:pic>
      <p:pic>
        <p:nvPicPr>
          <p:cNvPr id="4" name="图片 3">
            <a:extLst>
              <a:ext uri="{FF2B5EF4-FFF2-40B4-BE49-F238E27FC236}">
                <a16:creationId xmlns:a16="http://schemas.microsoft.com/office/drawing/2014/main" id="{C1AB50B4-B8D3-4456-92AF-85076A10C241}"/>
              </a:ext>
            </a:extLst>
          </p:cNvPr>
          <p:cNvPicPr>
            <a:picLocks noChangeAspect="1"/>
          </p:cNvPicPr>
          <p:nvPr/>
        </p:nvPicPr>
        <p:blipFill>
          <a:blip r:embed="rId6"/>
          <a:stretch/>
        </p:blipFill>
        <p:spPr>
          <a:xfrm>
            <a:off x="8172450" y="2047964"/>
            <a:ext cx="2200275" cy="3304996"/>
          </a:xfrm>
          <a:prstGeom prst="rect">
            <a:avLst/>
          </a:prstGeom>
        </p:spPr>
      </p:pic>
      <p:sp>
        <p:nvSpPr>
          <p:cNvPr id="5" name="矩形 4">
            <a:extLst>
              <a:ext uri="{FF2B5EF4-FFF2-40B4-BE49-F238E27FC236}">
                <a16:creationId xmlns:a16="http://schemas.microsoft.com/office/drawing/2014/main" id="{1AB68B2A-86B2-4652-9E9B-85CA30C7ED67}"/>
              </a:ext>
            </a:extLst>
          </p:cNvPr>
          <p:cNvSpPr>
            <a:spLocks noGrp="1"/>
          </p:cNvSpPr>
          <p:nvPr/>
        </p:nvSpPr>
        <p:spPr>
          <a:xfrm>
            <a:off x="609600" y="5476875"/>
            <a:ext cx="6238875" cy="457200"/>
          </a:xfrm>
          <a:prstGeom prst="rect">
            <a:avLst/>
          </a:prstGeom>
          <a:noFill/>
          <a:ln w="0">
            <a:noFill/>
          </a:ln>
        </p:spPr>
        <p:txBody>
          <a:bodyPr/>
          <a:lstStyle>
            <a:defPPr>
              <a:defRPr sz="2400" b="1">
                <a:solidFill>
                  <a:srgbClr val="D4AD70"/>
                </a:solidFill>
                <a:latin typeface="Arial"/>
                <a:ea typeface="Arial"/>
                <a:cs typeface="Arial"/>
              </a:defRPr>
            </a:defPPr>
          </a:lstStyle>
          <a:p>
            <a:pPr>
              <a:buNone/>
              <a:defRPr sz="2400" b="1">
                <a:solidFill>
                  <a:srgbClr val="D4AD70"/>
                </a:solidFill>
                <a:latin typeface="Arial"/>
                <a:ea typeface="Arial"/>
                <a:cs typeface="Arial"/>
              </a:defRPr>
            </a:pPr>
            <a:r>
              <a:rPr sz="2400" b="1">
                <a:solidFill>
                  <a:srgbClr val="D4AD70"/>
                </a:solidFill>
                <a:latin typeface="Arial"/>
                <a:ea typeface="Arial"/>
                <a:cs typeface="Arial"/>
              </a:rPr>
              <a:t>Les Misérables</a:t>
            </a:r>
          </a:p>
        </p:txBody>
      </p:sp>
      <p:sp>
        <p:nvSpPr>
          <p:cNvPr id="6" name="矩形 5">
            <a:extLst>
              <a:ext uri="{FF2B5EF4-FFF2-40B4-BE49-F238E27FC236}">
                <a16:creationId xmlns:a16="http://schemas.microsoft.com/office/drawing/2014/main" id="{5BE92BDC-B5F7-480A-B8FE-361A6400177D}"/>
              </a:ext>
            </a:extLst>
          </p:cNvPr>
          <p:cNvSpPr>
            <a:spLocks noGrp="1"/>
          </p:cNvSpPr>
          <p:nvPr/>
        </p:nvSpPr>
        <p:spPr>
          <a:xfrm>
            <a:off x="609600" y="5953125"/>
            <a:ext cx="6762750" cy="400050"/>
          </a:xfrm>
          <a:prstGeom prst="rect">
            <a:avLst/>
          </a:prstGeom>
          <a:noFill/>
          <a:ln w="0">
            <a:noFill/>
          </a:ln>
        </p:spPr>
        <p:txBody>
          <a:bodyPr/>
          <a:lstStyle>
            <a:defPPr>
              <a:defRPr sz="1875" b="0">
                <a:solidFill>
                  <a:srgbClr val="F3EEE3"/>
                </a:solidFill>
                <a:latin typeface="Arial"/>
                <a:ea typeface="Arial"/>
                <a:cs typeface="Arial"/>
              </a:defRPr>
            </a:defPPr>
          </a:lstStyle>
          <a:p>
            <a:pPr>
              <a:buNone/>
              <a:defRPr sz="1875" b="0">
                <a:solidFill>
                  <a:srgbClr val="F3EEE3"/>
                </a:solidFill>
                <a:latin typeface="Arial"/>
                <a:ea typeface="Arial"/>
                <a:cs typeface="Arial"/>
              </a:defRPr>
            </a:pPr>
            <a:r>
              <a:rPr sz="1875" b="0">
                <a:solidFill>
                  <a:srgbClr val="F3EEE3"/>
                </a:solidFill>
                <a:latin typeface="Arial"/>
                <a:ea typeface="Arial"/>
                <a:cs typeface="Arial"/>
              </a:rPr>
              <a:t>Enjolras / barricade / idealism / sacrifice</a:t>
            </a:r>
          </a:p>
        </p:txBody>
      </p:sp>
      <p:sp>
        <p:nvSpPr>
          <p:cNvPr id="7" name="矩形 6">
            <a:extLst>
              <a:ext uri="{FF2B5EF4-FFF2-40B4-BE49-F238E27FC236}">
                <a16:creationId xmlns:a16="http://schemas.microsoft.com/office/drawing/2014/main" id="{260B2E66-C86C-4BBF-9887-46B3AE7EC04F}"/>
              </a:ext>
            </a:extLst>
          </p:cNvPr>
          <p:cNvSpPr>
            <a:spLocks noGrp="1"/>
          </p:cNvSpPr>
          <p:nvPr/>
        </p:nvSpPr>
        <p:spPr>
          <a:xfrm>
            <a:off x="7524750" y="5476875"/>
            <a:ext cx="3429000" cy="457200"/>
          </a:xfrm>
          <a:prstGeom prst="rect">
            <a:avLst/>
          </a:prstGeom>
          <a:noFill/>
          <a:ln w="0">
            <a:noFill/>
          </a:ln>
        </p:spPr>
        <p:txBody>
          <a:bodyPr/>
          <a:lstStyle>
            <a:defPPr>
              <a:defRPr sz="2400" b="1">
                <a:solidFill>
                  <a:srgbClr val="70D7D9"/>
                </a:solidFill>
                <a:latin typeface="Arial"/>
                <a:ea typeface="Arial"/>
                <a:cs typeface="Arial"/>
              </a:defRPr>
            </a:defPPr>
          </a:lstStyle>
          <a:p>
            <a:pPr>
              <a:buNone/>
              <a:defRPr sz="2400" b="1">
                <a:solidFill>
                  <a:srgbClr val="70D7D9"/>
                </a:solidFill>
                <a:latin typeface="Arial"/>
                <a:ea typeface="Arial"/>
                <a:cs typeface="Arial"/>
              </a:defRPr>
            </a:pPr>
            <a:r>
              <a:rPr sz="2400" b="1">
                <a:solidFill>
                  <a:srgbClr val="70D7D9"/>
                </a:solidFill>
                <a:latin typeface="Arial"/>
                <a:ea typeface="Arial"/>
                <a:cs typeface="Arial"/>
              </a:rPr>
              <a:t>Iron Man</a:t>
            </a:r>
          </a:p>
        </p:txBody>
      </p:sp>
      <p:sp>
        <p:nvSpPr>
          <p:cNvPr id="8" name="矩形 7">
            <a:extLst>
              <a:ext uri="{FF2B5EF4-FFF2-40B4-BE49-F238E27FC236}">
                <a16:creationId xmlns:a16="http://schemas.microsoft.com/office/drawing/2014/main" id="{5B663A12-CAC0-4206-B623-24F90E92C347}"/>
              </a:ext>
            </a:extLst>
          </p:cNvPr>
          <p:cNvSpPr>
            <a:spLocks noGrp="1"/>
          </p:cNvSpPr>
          <p:nvPr/>
        </p:nvSpPr>
        <p:spPr>
          <a:xfrm>
            <a:off x="7524750" y="5953125"/>
            <a:ext cx="4048125" cy="666750"/>
          </a:xfrm>
          <a:prstGeom prst="rect">
            <a:avLst/>
          </a:prstGeom>
          <a:noFill/>
          <a:ln w="0">
            <a:noFill/>
          </a:ln>
        </p:spPr>
        <p:txBody>
          <a:bodyPr/>
          <a:lstStyle>
            <a:defPPr>
              <a:defRPr sz="1800" b="0">
                <a:solidFill>
                  <a:srgbClr val="F3EEE3"/>
                </a:solidFill>
                <a:latin typeface="Arial"/>
                <a:ea typeface="Arial"/>
                <a:cs typeface="Arial"/>
              </a:defRPr>
            </a:defPPr>
          </a:lstStyle>
          <a:p>
            <a:pPr>
              <a:buNone/>
              <a:defRPr sz="1800" b="0">
                <a:solidFill>
                  <a:srgbClr val="F3EEE3"/>
                </a:solidFill>
                <a:latin typeface="Arial"/>
                <a:ea typeface="Arial"/>
                <a:cs typeface="Arial"/>
              </a:defRPr>
            </a:pPr>
            <a:r>
              <a:rPr sz="1800" b="0">
                <a:solidFill>
                  <a:srgbClr val="F3EEE3"/>
                </a:solidFill>
                <a:latin typeface="Arial"/>
                <a:ea typeface="Arial"/>
                <a:cs typeface="Arial"/>
              </a:rPr>
              <a:t>Futuristic armor / anachronism</a:t>
            </a:r>
          </a:p>
        </p:txBody>
      </p:sp>
      <p:sp>
        <p:nvSpPr>
          <p:cNvPr id="9" name="矩形 8">
            <a:extLst>
              <a:ext uri="{FF2B5EF4-FFF2-40B4-BE49-F238E27FC236}">
                <a16:creationId xmlns:a16="http://schemas.microsoft.com/office/drawing/2014/main" id="{D8426FF1-C18F-4D7A-8A89-EF259DE2B265}"/>
              </a:ext>
            </a:extLst>
          </p:cNvPr>
          <p:cNvSpPr>
            <a:spLocks noGrp="1"/>
          </p:cNvSpPr>
          <p:nvPr/>
        </p:nvSpPr>
        <p:spPr>
          <a:xfrm>
            <a:off x="11144250" y="6248400"/>
            <a:ext cx="476250" cy="285750"/>
          </a:xfrm>
          <a:prstGeom prst="rect">
            <a:avLst/>
          </a:prstGeom>
          <a:noFill/>
          <a:ln w="0">
            <a:noFill/>
          </a:ln>
        </p:spPr>
        <p:txBody>
          <a:bodyPr/>
          <a:lstStyle>
            <a:defPPr>
              <a:defRPr sz="1200" b="0">
                <a:solidFill>
                  <a:srgbClr val="B5B9B5"/>
                </a:solidFill>
                <a:latin typeface="Arial"/>
                <a:ea typeface="Arial"/>
                <a:cs typeface="Arial"/>
              </a:defRPr>
            </a:defPPr>
          </a:lstStyle>
          <a:p>
            <a:pPr>
              <a:buNone/>
              <a:defRPr sz="1200" b="0">
                <a:solidFill>
                  <a:srgbClr val="B5B9B5"/>
                </a:solidFill>
                <a:latin typeface="Arial"/>
                <a:ea typeface="Arial"/>
                <a:cs typeface="Arial"/>
              </a:defRPr>
            </a:pPr>
            <a:r>
              <a:rPr sz="1200" b="0">
                <a:solidFill>
                  <a:srgbClr val="B5B9B5"/>
                </a:solidFill>
                <a:latin typeface="Arial"/>
                <a:ea typeface="Arial"/>
                <a:cs typeface="Arial"/>
              </a:rPr>
              <a:t>04</a:t>
            </a:r>
          </a:p>
        </p:txBody>
      </p:sp>
      <p:pic>
        <p:nvPicPr>
          <p:cNvPr id="1026" name="Picture 2">
            <a:extLst>
              <a:ext uri="{FF2B5EF4-FFF2-40B4-BE49-F238E27FC236}">
                <a16:creationId xmlns:a16="http://schemas.microsoft.com/office/drawing/2014/main" id="{CF306BCA-F4A6-413B-8CD7-A36020FCCE32}"/>
              </a:ext>
            </a:extLst>
          </p:cNvPr>
          <p:cNvPicPr>
            <a:picLocks noChangeAspect="1"/>
          </p:cNvPicPr>
          <p:nvPr/>
        </p:nvPicPr>
        <p:blipFill>
          <a:blip r:embed="rId7"/>
          <a:srcRect/>
          <a:stretch>
            <a:fillRect/>
          </a:stretch>
        </p:blipFill>
        <p:spPr>
          <a:xfrm>
            <a:off x="609600" y="2000251"/>
            <a:ext cx="3639671" cy="2274794"/>
          </a:xfrm>
          <a:prstGeom prst="rect">
            <a:avLst/>
          </a:prstGeom>
        </p:spPr>
      </p:pic>
      <p:pic>
        <p:nvPicPr>
          <p:cNvPr id="11" name="MK42_4C60E919-543E-43A0-ACC7-4738B55BB05B.mp4">
            <a:hlinkClick r:id="" action="ppaction://media"/>
            <a:extLst>
              <a:ext uri="{FF2B5EF4-FFF2-40B4-BE49-F238E27FC236}">
                <a16:creationId xmlns:a16="http://schemas.microsoft.com/office/drawing/2014/main" id="{7192361D-002A-5FB9-D0A5-51EC1F33291D}"/>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6848475" y="2587991"/>
            <a:ext cx="4974100" cy="2072542"/>
          </a:xfrm>
          <a:prstGeom prst="rect">
            <a:avLst/>
          </a:prstGeom>
        </p:spPr>
      </p:pic>
    </p:spTree>
    <p:extLst>
      <p:ext uri="{BB962C8B-B14F-4D97-AF65-F5344CB8AC3E}">
        <p14:creationId xmlns:p14="http://schemas.microsoft.com/office/powerpoint/2010/main" val="120147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ppt_y</p:attrName>
                                        </p:attrNameLst>
                                      </p:cBhvr>
                                      <p:tavLst>
                                        <p:tav tm="0">
                                          <p:val>
                                            <p:strVal val="#ppt_y+#ppt_h*1.125000"/>
                                          </p:val>
                                        </p:tav>
                                        <p:tav tm="100000">
                                          <p:val>
                                            <p:strVal val="#ppt_y"/>
                                          </p:val>
                                        </p:tav>
                                      </p:tavLst>
                                    </p:anim>
                                    <p:animEffect transition="in" filter="wipe(up)">
                                      <p:cBhvr>
                                        <p:cTn id="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fill="hold" display="0">
                  <p:stCondLst>
                    <p:cond delay="indefinite"/>
                  </p:stCondLst>
                </p:cTn>
                <p:tgtEl>
                  <p:spTgt spid="11"/>
                </p:tgtEl>
              </p:cMediaNode>
            </p:video>
            <p:seq concurrent="1" nextAc="seek">
              <p:cTn id="10" restart="whenNotActive" fill="hold" evtFilter="cancelBubble" nodeType="interactiveSeq">
                <p:stCondLst>
                  <p:cond evt="onClick" delay="0">
                    <p:tgtEl>
                      <p:spTgt spid="11"/>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81B"/>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E4D334E9-570C-4303-B7B1-56E4B2E3E936}"/>
              </a:ext>
            </a:extLst>
          </p:cNvPr>
          <p:cNvSpPr>
            <a:spLocks noGrp="1"/>
          </p:cNvSpPr>
          <p:nvPr/>
        </p:nvSpPr>
        <p:spPr>
          <a:xfrm>
            <a:off x="609600" y="381000"/>
            <a:ext cx="10668000" cy="304800"/>
          </a:xfrm>
          <a:prstGeom prst="rect">
            <a:avLst/>
          </a:prstGeom>
          <a:noFill/>
          <a:ln w="0">
            <a:noFill/>
          </a:ln>
        </p:spPr>
        <p:txBody>
          <a:bodyPr/>
          <a:lstStyle>
            <a:defPPr>
              <a:defRPr sz="1350" b="1">
                <a:solidFill>
                  <a:srgbClr val="D4AD70"/>
                </a:solidFill>
                <a:latin typeface="Arial"/>
                <a:ea typeface="Arial"/>
                <a:cs typeface="Arial"/>
              </a:defRPr>
            </a:defPPr>
          </a:lstStyle>
          <a:p>
            <a:pPr>
              <a:buNone/>
              <a:defRPr sz="1350" b="1">
                <a:solidFill>
                  <a:srgbClr val="D4AD70"/>
                </a:solidFill>
                <a:latin typeface="Arial"/>
                <a:ea typeface="Arial"/>
                <a:cs typeface="Arial"/>
              </a:defRPr>
            </a:pPr>
            <a:r>
              <a:rPr sz="1350" b="1">
                <a:solidFill>
                  <a:srgbClr val="D4AD70"/>
                </a:solidFill>
                <a:latin typeface="Arial"/>
                <a:ea typeface="Arial"/>
                <a:cs typeface="Arial"/>
              </a:rPr>
              <a:t>03  INSPIRATION &amp; REFERENCES</a:t>
            </a:r>
          </a:p>
        </p:txBody>
      </p:sp>
      <p:sp>
        <p:nvSpPr>
          <p:cNvPr id="2" name="矩形 1">
            <a:extLst>
              <a:ext uri="{FF2B5EF4-FFF2-40B4-BE49-F238E27FC236}">
                <a16:creationId xmlns:a16="http://schemas.microsoft.com/office/drawing/2014/main" id="{96E27DBD-0ED2-42A4-BB1E-9BD4687349B5}"/>
              </a:ext>
            </a:extLst>
          </p:cNvPr>
          <p:cNvSpPr>
            <a:spLocks noGrp="1"/>
          </p:cNvSpPr>
          <p:nvPr/>
        </p:nvSpPr>
        <p:spPr>
          <a:xfrm>
            <a:off x="609600" y="914400"/>
            <a:ext cx="10953750" cy="857250"/>
          </a:xfrm>
          <a:prstGeom prst="rect">
            <a:avLst/>
          </a:prstGeom>
          <a:noFill/>
          <a:ln w="0">
            <a:noFill/>
          </a:ln>
        </p:spPr>
        <p:txBody>
          <a:bodyPr/>
          <a:lstStyle>
            <a:defPPr>
              <a:defRPr sz="3300" b="1">
                <a:solidFill>
                  <a:srgbClr val="F3EEE3"/>
                </a:solidFill>
                <a:latin typeface="Arial"/>
                <a:ea typeface="Arial"/>
                <a:cs typeface="Arial"/>
              </a:defRPr>
            </a:defPPr>
          </a:lstStyle>
          <a:p>
            <a:pPr>
              <a:buNone/>
              <a:defRPr sz="3300" b="1">
                <a:solidFill>
                  <a:srgbClr val="F3EEE3"/>
                </a:solidFill>
                <a:latin typeface="Arial"/>
                <a:ea typeface="Arial"/>
                <a:cs typeface="Arial"/>
              </a:defRPr>
            </a:pPr>
            <a:r>
              <a:rPr sz="3300" b="1">
                <a:solidFill>
                  <a:srgbClr val="F3EEE3"/>
                </a:solidFill>
                <a:latin typeface="Arial"/>
                <a:ea typeface="Arial"/>
                <a:cs typeface="Arial"/>
              </a:rPr>
              <a:t>Loki connects the four historical branches</a:t>
            </a:r>
          </a:p>
        </p:txBody>
      </p:sp>
      <p:pic>
        <p:nvPicPr>
          <p:cNvPr id="3" name="图片 2">
            <a:extLst>
              <a:ext uri="{FF2B5EF4-FFF2-40B4-BE49-F238E27FC236}">
                <a16:creationId xmlns:a16="http://schemas.microsoft.com/office/drawing/2014/main" id="{69198FBB-1524-41C5-B075-832693EBBF98}"/>
              </a:ext>
            </a:extLst>
          </p:cNvPr>
          <p:cNvPicPr>
            <a:picLocks noChangeAspect="1"/>
          </p:cNvPicPr>
          <p:nvPr/>
        </p:nvPicPr>
        <p:blipFill>
          <a:blip r:embed="rId3"/>
          <a:stretch/>
        </p:blipFill>
        <p:spPr>
          <a:xfrm>
            <a:off x="609981" y="1905000"/>
            <a:ext cx="2570988" cy="3810000"/>
          </a:xfrm>
          <a:prstGeom prst="rect">
            <a:avLst/>
          </a:prstGeom>
        </p:spPr>
      </p:pic>
      <p:pic>
        <p:nvPicPr>
          <p:cNvPr id="4" name="图片 3">
            <a:extLst>
              <a:ext uri="{FF2B5EF4-FFF2-40B4-BE49-F238E27FC236}">
                <a16:creationId xmlns:a16="http://schemas.microsoft.com/office/drawing/2014/main" id="{1B5A460A-4C33-4DBA-8FD9-FBEFEB96D5D3}"/>
              </a:ext>
            </a:extLst>
          </p:cNvPr>
          <p:cNvPicPr>
            <a:picLocks noChangeAspect="1"/>
          </p:cNvPicPr>
          <p:nvPr/>
        </p:nvPicPr>
        <p:blipFill>
          <a:blip r:embed="rId4"/>
          <a:stretch/>
        </p:blipFill>
        <p:spPr>
          <a:xfrm>
            <a:off x="4572000" y="2097088"/>
            <a:ext cx="7010400" cy="2921000"/>
          </a:xfrm>
          <a:prstGeom prst="rect">
            <a:avLst/>
          </a:prstGeom>
        </p:spPr>
      </p:pic>
      <p:sp>
        <p:nvSpPr>
          <p:cNvPr id="5" name="矩形 4">
            <a:extLst>
              <a:ext uri="{FF2B5EF4-FFF2-40B4-BE49-F238E27FC236}">
                <a16:creationId xmlns:a16="http://schemas.microsoft.com/office/drawing/2014/main" id="{8B673469-3649-4C50-9EA7-2CAF167FC337}"/>
              </a:ext>
            </a:extLst>
          </p:cNvPr>
          <p:cNvSpPr>
            <a:spLocks noGrp="1"/>
          </p:cNvSpPr>
          <p:nvPr/>
        </p:nvSpPr>
        <p:spPr>
          <a:xfrm>
            <a:off x="609600" y="5810250"/>
            <a:ext cx="4095750" cy="400050"/>
          </a:xfrm>
          <a:prstGeom prst="rect">
            <a:avLst/>
          </a:prstGeom>
          <a:noFill/>
          <a:ln w="0">
            <a:noFill/>
          </a:ln>
        </p:spPr>
        <p:txBody>
          <a:bodyPr/>
          <a:lstStyle>
            <a:defPPr>
              <a:defRPr sz="2025" b="1">
                <a:solidFill>
                  <a:srgbClr val="D4AD70"/>
                </a:solidFill>
                <a:latin typeface="Arial"/>
                <a:ea typeface="Arial"/>
                <a:cs typeface="Arial"/>
              </a:defRPr>
            </a:defPPr>
          </a:lstStyle>
          <a:p>
            <a:pPr>
              <a:buNone/>
              <a:defRPr sz="2025" b="1">
                <a:solidFill>
                  <a:srgbClr val="D4AD70"/>
                </a:solidFill>
                <a:latin typeface="Arial"/>
                <a:ea typeface="Arial"/>
                <a:cs typeface="Arial"/>
              </a:defRPr>
            </a:pPr>
            <a:r>
              <a:rPr sz="2025" b="1">
                <a:solidFill>
                  <a:srgbClr val="D4AD70"/>
                </a:solidFill>
                <a:latin typeface="Arial"/>
                <a:ea typeface="Arial"/>
                <a:cs typeface="Arial"/>
              </a:rPr>
              <a:t>Marvel’s What If...?</a:t>
            </a:r>
          </a:p>
        </p:txBody>
      </p:sp>
      <p:sp>
        <p:nvSpPr>
          <p:cNvPr id="6" name="矩形 5">
            <a:extLst>
              <a:ext uri="{FF2B5EF4-FFF2-40B4-BE49-F238E27FC236}">
                <a16:creationId xmlns:a16="http://schemas.microsoft.com/office/drawing/2014/main" id="{D929696B-5ECE-421F-865F-1E8ECA2B4BF6}"/>
              </a:ext>
            </a:extLst>
          </p:cNvPr>
          <p:cNvSpPr>
            <a:spLocks noGrp="1"/>
          </p:cNvSpPr>
          <p:nvPr/>
        </p:nvSpPr>
        <p:spPr>
          <a:xfrm>
            <a:off x="609600" y="6238875"/>
            <a:ext cx="4095750" cy="333375"/>
          </a:xfrm>
          <a:prstGeom prst="rect">
            <a:avLst/>
          </a:prstGeom>
          <a:noFill/>
          <a:ln w="0">
            <a:noFill/>
          </a:ln>
        </p:spPr>
        <p:txBody>
          <a:bodyPr/>
          <a:lstStyle>
            <a:defPPr>
              <a:defRPr sz="1800" b="0">
                <a:solidFill>
                  <a:srgbClr val="F3EEE3"/>
                </a:solidFill>
                <a:latin typeface="Arial"/>
                <a:ea typeface="Arial"/>
                <a:cs typeface="Arial"/>
              </a:defRPr>
            </a:defPPr>
          </a:lstStyle>
          <a:p>
            <a:pPr>
              <a:buNone/>
              <a:defRPr sz="1800" b="0">
                <a:solidFill>
                  <a:srgbClr val="F3EEE3"/>
                </a:solidFill>
                <a:latin typeface="Arial"/>
                <a:ea typeface="Arial"/>
                <a:cs typeface="Arial"/>
              </a:defRPr>
            </a:pPr>
            <a:r>
              <a:rPr sz="1800" b="0">
                <a:solidFill>
                  <a:srgbClr val="F3EEE3"/>
                </a:solidFill>
                <a:latin typeface="Arial"/>
                <a:ea typeface="Arial"/>
                <a:cs typeface="Arial"/>
              </a:rPr>
              <a:t>Parallel possibilities</a:t>
            </a:r>
          </a:p>
        </p:txBody>
      </p:sp>
      <p:sp>
        <p:nvSpPr>
          <p:cNvPr id="7" name="矩形 6">
            <a:extLst>
              <a:ext uri="{FF2B5EF4-FFF2-40B4-BE49-F238E27FC236}">
                <a16:creationId xmlns:a16="http://schemas.microsoft.com/office/drawing/2014/main" id="{72320C9B-924C-431D-AA2B-08483806201B}"/>
              </a:ext>
            </a:extLst>
          </p:cNvPr>
          <p:cNvSpPr>
            <a:spLocks noGrp="1"/>
          </p:cNvSpPr>
          <p:nvPr/>
        </p:nvSpPr>
        <p:spPr>
          <a:xfrm>
            <a:off x="4572000" y="5257800"/>
            <a:ext cx="6381750" cy="457200"/>
          </a:xfrm>
          <a:prstGeom prst="rect">
            <a:avLst/>
          </a:prstGeom>
          <a:noFill/>
          <a:ln w="0">
            <a:noFill/>
          </a:ln>
        </p:spPr>
        <p:txBody>
          <a:bodyPr/>
          <a:lstStyle>
            <a:defPPr>
              <a:defRPr sz="2475" b="1">
                <a:solidFill>
                  <a:srgbClr val="70D7D9"/>
                </a:solidFill>
                <a:latin typeface="Arial"/>
                <a:ea typeface="Arial"/>
                <a:cs typeface="Arial"/>
              </a:defRPr>
            </a:defPPr>
          </a:lstStyle>
          <a:p>
            <a:pPr>
              <a:buNone/>
              <a:defRPr sz="2475" b="1">
                <a:solidFill>
                  <a:srgbClr val="70D7D9"/>
                </a:solidFill>
                <a:latin typeface="Arial"/>
                <a:ea typeface="Arial"/>
                <a:cs typeface="Arial"/>
              </a:defRPr>
            </a:pPr>
            <a:r>
              <a:rPr sz="2475" b="1">
                <a:solidFill>
                  <a:srgbClr val="70D7D9"/>
                </a:solidFill>
                <a:latin typeface="Arial"/>
                <a:ea typeface="Arial"/>
                <a:cs typeface="Arial"/>
              </a:rPr>
              <a:t>Loki / TVA</a:t>
            </a:r>
          </a:p>
        </p:txBody>
      </p:sp>
      <p:sp>
        <p:nvSpPr>
          <p:cNvPr id="8" name="矩形 7">
            <a:extLst>
              <a:ext uri="{FF2B5EF4-FFF2-40B4-BE49-F238E27FC236}">
                <a16:creationId xmlns:a16="http://schemas.microsoft.com/office/drawing/2014/main" id="{5B9EC870-F25D-446E-B8E2-9E145E421C86}"/>
              </a:ext>
            </a:extLst>
          </p:cNvPr>
          <p:cNvSpPr>
            <a:spLocks noGrp="1"/>
          </p:cNvSpPr>
          <p:nvPr/>
        </p:nvSpPr>
        <p:spPr>
          <a:xfrm>
            <a:off x="4572000" y="5724525"/>
            <a:ext cx="6877050" cy="466725"/>
          </a:xfrm>
          <a:prstGeom prst="rect">
            <a:avLst/>
          </a:prstGeom>
          <a:noFill/>
          <a:ln w="0">
            <a:noFill/>
          </a:ln>
        </p:spPr>
        <p:txBody>
          <a:bodyPr/>
          <a:lstStyle>
            <a:defPPr>
              <a:defRPr sz="1875" b="0">
                <a:solidFill>
                  <a:srgbClr val="F3EEE3"/>
                </a:solidFill>
                <a:latin typeface="Arial"/>
                <a:ea typeface="Arial"/>
                <a:cs typeface="Arial"/>
              </a:defRPr>
            </a:defPPr>
          </a:lstStyle>
          <a:p>
            <a:pPr>
              <a:buNone/>
              <a:defRPr sz="1875" b="0">
                <a:solidFill>
                  <a:srgbClr val="F3EEE3"/>
                </a:solidFill>
                <a:latin typeface="Arial"/>
                <a:ea typeface="Arial"/>
                <a:cs typeface="Arial"/>
              </a:defRPr>
            </a:pPr>
            <a:r>
              <a:rPr sz="1875" b="0">
                <a:solidFill>
                  <a:srgbClr val="F3EEE3"/>
                </a:solidFill>
                <a:latin typeface="Arial"/>
                <a:ea typeface="Arial"/>
                <a:cs typeface="Arial"/>
              </a:rPr>
              <a:t>Shared disruption / branching timelines / multiverse</a:t>
            </a:r>
          </a:p>
        </p:txBody>
      </p:sp>
      <p:sp>
        <p:nvSpPr>
          <p:cNvPr id="9" name="矩形 8">
            <a:extLst>
              <a:ext uri="{FF2B5EF4-FFF2-40B4-BE49-F238E27FC236}">
                <a16:creationId xmlns:a16="http://schemas.microsoft.com/office/drawing/2014/main" id="{3DE867DE-108B-429D-B4C9-0740406E871B}"/>
              </a:ext>
            </a:extLst>
          </p:cNvPr>
          <p:cNvSpPr>
            <a:spLocks noGrp="1"/>
          </p:cNvSpPr>
          <p:nvPr/>
        </p:nvSpPr>
        <p:spPr>
          <a:xfrm>
            <a:off x="4572000" y="6238875"/>
            <a:ext cx="6477000" cy="333375"/>
          </a:xfrm>
          <a:prstGeom prst="rect">
            <a:avLst/>
          </a:prstGeom>
          <a:noFill/>
          <a:ln w="0">
            <a:noFill/>
          </a:ln>
        </p:spPr>
        <p:txBody>
          <a:bodyPr/>
          <a:lstStyle>
            <a:defPPr>
              <a:defRPr sz="1575" b="0">
                <a:solidFill>
                  <a:srgbClr val="B5B9B5"/>
                </a:solidFill>
                <a:latin typeface="Arial"/>
                <a:ea typeface="Arial"/>
                <a:cs typeface="Arial"/>
              </a:defRPr>
            </a:defPPr>
          </a:lstStyle>
          <a:p>
            <a:pPr>
              <a:buNone/>
              <a:defRPr sz="1575" b="0">
                <a:solidFill>
                  <a:srgbClr val="B5B9B5"/>
                </a:solidFill>
                <a:latin typeface="Arial"/>
                <a:ea typeface="Arial"/>
                <a:cs typeface="Arial"/>
              </a:defRPr>
            </a:pPr>
            <a:r>
              <a:rPr sz="1575" b="0">
                <a:solidFill>
                  <a:srgbClr val="B5B9B5"/>
                </a:solidFill>
                <a:latin typeface="Arial"/>
                <a:ea typeface="Arial"/>
                <a:cs typeface="Arial"/>
              </a:rPr>
              <a:t>TVA = Time Variance Authority</a:t>
            </a:r>
          </a:p>
        </p:txBody>
      </p:sp>
      <p:sp>
        <p:nvSpPr>
          <p:cNvPr id="10" name="矩形 9">
            <a:extLst>
              <a:ext uri="{FF2B5EF4-FFF2-40B4-BE49-F238E27FC236}">
                <a16:creationId xmlns:a16="http://schemas.microsoft.com/office/drawing/2014/main" id="{9E45BE1A-5038-4D4D-B823-25550D2E5475}"/>
              </a:ext>
            </a:extLst>
          </p:cNvPr>
          <p:cNvSpPr>
            <a:spLocks noGrp="1"/>
          </p:cNvSpPr>
          <p:nvPr/>
        </p:nvSpPr>
        <p:spPr>
          <a:xfrm>
            <a:off x="11144250" y="6248400"/>
            <a:ext cx="476250" cy="285750"/>
          </a:xfrm>
          <a:prstGeom prst="rect">
            <a:avLst/>
          </a:prstGeom>
          <a:noFill/>
          <a:ln w="0">
            <a:noFill/>
          </a:ln>
        </p:spPr>
        <p:txBody>
          <a:bodyPr/>
          <a:lstStyle>
            <a:defPPr>
              <a:defRPr sz="1200" b="0">
                <a:solidFill>
                  <a:srgbClr val="B5B9B5"/>
                </a:solidFill>
                <a:latin typeface="Arial"/>
                <a:ea typeface="Arial"/>
                <a:cs typeface="Arial"/>
              </a:defRPr>
            </a:defPPr>
          </a:lstStyle>
          <a:p>
            <a:pPr>
              <a:buNone/>
              <a:defRPr sz="1200" b="0">
                <a:solidFill>
                  <a:srgbClr val="B5B9B5"/>
                </a:solidFill>
                <a:latin typeface="Arial"/>
                <a:ea typeface="Arial"/>
                <a:cs typeface="Arial"/>
              </a:defRPr>
            </a:pPr>
            <a:r>
              <a:rPr sz="1200" b="0">
                <a:solidFill>
                  <a:srgbClr val="B5B9B5"/>
                </a:solidFill>
                <a:latin typeface="Arial"/>
                <a:ea typeface="Arial"/>
                <a:cs typeface="Arial"/>
              </a:rPr>
              <a:t>05</a:t>
            </a:r>
          </a:p>
        </p:txBody>
      </p:sp>
    </p:spTree>
    <p:extLst>
      <p:ext uri="{BB962C8B-B14F-4D97-AF65-F5344CB8AC3E}">
        <p14:creationId xmlns:p14="http://schemas.microsoft.com/office/powerpoint/2010/main" val="305002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81B"/>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21A098B-977E-45DA-84F2-1FEB67EB6D86}"/>
              </a:ext>
            </a:extLst>
          </p:cNvPr>
          <p:cNvSpPr>
            <a:spLocks noGrp="1"/>
          </p:cNvSpPr>
          <p:nvPr/>
        </p:nvSpPr>
        <p:spPr>
          <a:xfrm>
            <a:off x="609600" y="381000"/>
            <a:ext cx="10668000" cy="304800"/>
          </a:xfrm>
          <a:prstGeom prst="rect">
            <a:avLst/>
          </a:prstGeom>
          <a:noFill/>
          <a:ln w="0">
            <a:noFill/>
          </a:ln>
        </p:spPr>
        <p:txBody>
          <a:bodyPr/>
          <a:lstStyle>
            <a:defPPr>
              <a:defRPr sz="1350" b="1">
                <a:solidFill>
                  <a:srgbClr val="D4AD70"/>
                </a:solidFill>
                <a:latin typeface="Arial"/>
                <a:ea typeface="Arial"/>
                <a:cs typeface="Arial"/>
              </a:defRPr>
            </a:defPPr>
          </a:lstStyle>
          <a:p>
            <a:pPr>
              <a:buNone/>
              <a:defRPr sz="1350" b="1">
                <a:solidFill>
                  <a:srgbClr val="D4AD70"/>
                </a:solidFill>
                <a:latin typeface="Arial"/>
                <a:ea typeface="Arial"/>
                <a:cs typeface="Arial"/>
              </a:defRPr>
            </a:pPr>
            <a:r>
              <a:rPr sz="1350" b="1">
                <a:solidFill>
                  <a:srgbClr val="D4AD70"/>
                </a:solidFill>
                <a:latin typeface="Arial"/>
                <a:ea typeface="Arial"/>
                <a:cs typeface="Arial"/>
              </a:rPr>
              <a:t>04  PATHWAY &amp; PLAN</a:t>
            </a:r>
          </a:p>
        </p:txBody>
      </p:sp>
      <p:sp>
        <p:nvSpPr>
          <p:cNvPr id="2" name="矩形 1">
            <a:extLst>
              <a:ext uri="{FF2B5EF4-FFF2-40B4-BE49-F238E27FC236}">
                <a16:creationId xmlns:a16="http://schemas.microsoft.com/office/drawing/2014/main" id="{CFF48B89-2CCC-4E1E-9B39-D187B6F40ED7}"/>
              </a:ext>
            </a:extLst>
          </p:cNvPr>
          <p:cNvSpPr>
            <a:spLocks noGrp="1"/>
          </p:cNvSpPr>
          <p:nvPr/>
        </p:nvSpPr>
        <p:spPr>
          <a:xfrm>
            <a:off x="609600" y="914400"/>
            <a:ext cx="10763250" cy="857250"/>
          </a:xfrm>
          <a:prstGeom prst="rect">
            <a:avLst/>
          </a:prstGeom>
          <a:noFill/>
          <a:ln w="0">
            <a:noFill/>
          </a:ln>
        </p:spPr>
        <p:txBody>
          <a:bodyPr/>
          <a:lstStyle>
            <a:defPPr>
              <a:defRPr sz="3600" b="1">
                <a:solidFill>
                  <a:srgbClr val="F3EEE3"/>
                </a:solidFill>
                <a:latin typeface="Arial"/>
                <a:ea typeface="Arial"/>
                <a:cs typeface="Arial"/>
              </a:defRPr>
            </a:defPPr>
          </a:lstStyle>
          <a:p>
            <a:pPr>
              <a:buNone/>
              <a:defRPr sz="3600" b="1">
                <a:solidFill>
                  <a:srgbClr val="F3EEE3"/>
                </a:solidFill>
                <a:latin typeface="Arial"/>
                <a:ea typeface="Arial"/>
                <a:cs typeface="Arial"/>
              </a:defRPr>
            </a:pPr>
            <a:r>
              <a:rPr sz="3600" b="1">
                <a:solidFill>
                  <a:srgbClr val="F3EEE3"/>
                </a:solidFill>
                <a:latin typeface="Arial"/>
                <a:ea typeface="Arial"/>
                <a:cs typeface="Arial"/>
              </a:rPr>
              <a:t>Pathway B</a:t>
            </a:r>
          </a:p>
        </p:txBody>
      </p:sp>
      <p:sp>
        <p:nvSpPr>
          <p:cNvPr id="3" name="矩形 2">
            <a:extLst>
              <a:ext uri="{FF2B5EF4-FFF2-40B4-BE49-F238E27FC236}">
                <a16:creationId xmlns:a16="http://schemas.microsoft.com/office/drawing/2014/main" id="{24001C3B-1AEF-43AA-ABB9-DA309021BF56}"/>
              </a:ext>
            </a:extLst>
          </p:cNvPr>
          <p:cNvSpPr>
            <a:spLocks noGrp="1"/>
          </p:cNvSpPr>
          <p:nvPr/>
        </p:nvSpPr>
        <p:spPr>
          <a:xfrm>
            <a:off x="11144250" y="6248400"/>
            <a:ext cx="476250" cy="285750"/>
          </a:xfrm>
          <a:prstGeom prst="rect">
            <a:avLst/>
          </a:prstGeom>
          <a:noFill/>
          <a:ln w="0">
            <a:noFill/>
          </a:ln>
        </p:spPr>
        <p:txBody>
          <a:bodyPr/>
          <a:lstStyle>
            <a:defPPr>
              <a:defRPr sz="1200" b="0">
                <a:solidFill>
                  <a:srgbClr val="B5B9B5"/>
                </a:solidFill>
                <a:latin typeface="Arial"/>
                <a:ea typeface="Arial"/>
                <a:cs typeface="Arial"/>
              </a:defRPr>
            </a:defPPr>
          </a:lstStyle>
          <a:p>
            <a:pPr>
              <a:buNone/>
              <a:defRPr sz="1200" b="0">
                <a:solidFill>
                  <a:srgbClr val="B5B9B5"/>
                </a:solidFill>
                <a:latin typeface="Arial"/>
                <a:ea typeface="Arial"/>
                <a:cs typeface="Arial"/>
              </a:defRPr>
            </a:pPr>
            <a:r>
              <a:rPr sz="1200" b="0">
                <a:solidFill>
                  <a:srgbClr val="B5B9B5"/>
                </a:solidFill>
                <a:latin typeface="Arial"/>
                <a:ea typeface="Arial"/>
                <a:cs typeface="Arial"/>
              </a:rPr>
              <a:t>06</a:t>
            </a:r>
          </a:p>
        </p:txBody>
      </p:sp>
      <p:sp>
        <p:nvSpPr>
          <p:cNvPr id="4" name="矩形 3">
            <a:extLst>
              <a:ext uri="{FF2B5EF4-FFF2-40B4-BE49-F238E27FC236}">
                <a16:creationId xmlns:a16="http://schemas.microsoft.com/office/drawing/2014/main" id="{0F5BD9E3-C753-4F11-8690-AE5F8155664C}"/>
              </a:ext>
            </a:extLst>
          </p:cNvPr>
          <p:cNvSpPr>
            <a:spLocks noGrp="1"/>
          </p:cNvSpPr>
          <p:nvPr/>
        </p:nvSpPr>
        <p:spPr>
          <a:xfrm>
            <a:off x="609600" y="1771650"/>
            <a:ext cx="10858500" cy="495300"/>
          </a:xfrm>
          <a:prstGeom prst="rect">
            <a:avLst/>
          </a:prstGeom>
          <a:noFill/>
          <a:ln w="0">
            <a:noFill/>
          </a:ln>
        </p:spPr>
        <p:txBody>
          <a:bodyPr/>
          <a:lstStyle>
            <a:defPPr>
              <a:defRPr sz="2400" b="0">
                <a:solidFill>
                  <a:srgbClr val="D4AD70"/>
                </a:solidFill>
                <a:latin typeface="Arial"/>
                <a:ea typeface="Arial"/>
                <a:cs typeface="Arial"/>
              </a:defRPr>
            </a:defPPr>
          </a:lstStyle>
          <a:p>
            <a:pPr>
              <a:buNone/>
              <a:defRPr sz="2400" b="0">
                <a:solidFill>
                  <a:srgbClr val="D4AD70"/>
                </a:solidFill>
                <a:latin typeface="Arial"/>
                <a:ea typeface="Arial"/>
                <a:cs typeface="Arial"/>
              </a:defRPr>
            </a:pPr>
            <a:r>
              <a:rPr sz="2400" b="0">
                <a:solidFill>
                  <a:srgbClr val="D4AD70"/>
                </a:solidFill>
                <a:latin typeface="Arial"/>
                <a:ea typeface="Arial"/>
                <a:cs typeface="Arial"/>
              </a:rPr>
              <a:t>AI-assisted Animation, Film, and Video</a:t>
            </a:r>
          </a:p>
        </p:txBody>
      </p:sp>
      <p:sp>
        <p:nvSpPr>
          <p:cNvPr id="5" name="矩形 4">
            <a:extLst>
              <a:ext uri="{FF2B5EF4-FFF2-40B4-BE49-F238E27FC236}">
                <a16:creationId xmlns:a16="http://schemas.microsoft.com/office/drawing/2014/main" id="{BA9DA462-F096-4055-A8C8-BA26DCB68B99}"/>
              </a:ext>
            </a:extLst>
          </p:cNvPr>
          <p:cNvSpPr>
            <a:spLocks noGrp="1"/>
          </p:cNvSpPr>
          <p:nvPr/>
        </p:nvSpPr>
        <p:spPr>
          <a:xfrm>
            <a:off x="609600" y="2667000"/>
            <a:ext cx="3714750" cy="1047750"/>
          </a:xfrm>
          <a:prstGeom prst="rect">
            <a:avLst/>
          </a:prstGeom>
          <a:noFill/>
          <a:ln w="0">
            <a:noFill/>
          </a:ln>
        </p:spPr>
        <p:txBody>
          <a:bodyPr/>
          <a:lstStyle>
            <a:defPPr>
              <a:defRPr sz="5700" b="1">
                <a:solidFill>
                  <a:srgbClr val="70D7D9"/>
                </a:solidFill>
                <a:latin typeface="Arial"/>
                <a:ea typeface="Arial"/>
                <a:cs typeface="Arial"/>
              </a:defRPr>
            </a:defPPr>
          </a:lstStyle>
          <a:p>
            <a:pPr>
              <a:buNone/>
              <a:defRPr sz="5700" b="1">
                <a:solidFill>
                  <a:srgbClr val="70D7D9"/>
                </a:solidFill>
                <a:latin typeface="Arial"/>
                <a:ea typeface="Arial"/>
                <a:cs typeface="Arial"/>
              </a:defRPr>
            </a:pPr>
            <a:r>
              <a:rPr sz="5700" b="1">
                <a:solidFill>
                  <a:srgbClr val="70D7D9"/>
                </a:solidFill>
                <a:latin typeface="Arial"/>
                <a:ea typeface="Arial"/>
                <a:cs typeface="Arial"/>
              </a:rPr>
              <a:t>2–4 min</a:t>
            </a:r>
          </a:p>
        </p:txBody>
      </p:sp>
      <p:sp>
        <p:nvSpPr>
          <p:cNvPr id="6" name="矩形 5">
            <a:extLst>
              <a:ext uri="{FF2B5EF4-FFF2-40B4-BE49-F238E27FC236}">
                <a16:creationId xmlns:a16="http://schemas.microsoft.com/office/drawing/2014/main" id="{A36A45D4-F94D-4973-8F32-CCE0118093E0}"/>
              </a:ext>
            </a:extLst>
          </p:cNvPr>
          <p:cNvSpPr>
            <a:spLocks noGrp="1"/>
          </p:cNvSpPr>
          <p:nvPr/>
        </p:nvSpPr>
        <p:spPr>
          <a:xfrm>
            <a:off x="609600" y="3790950"/>
            <a:ext cx="4381500" cy="1352550"/>
          </a:xfrm>
          <a:prstGeom prst="rect">
            <a:avLst/>
          </a:prstGeom>
          <a:noFill/>
          <a:ln w="0">
            <a:noFill/>
          </a:ln>
        </p:spPr>
        <p:txBody>
          <a:bodyPr/>
          <a:lstStyle>
            <a:defPPr>
              <a:defRPr sz="2025" b="0">
                <a:solidFill>
                  <a:srgbClr val="F3EEE3"/>
                </a:solidFill>
                <a:latin typeface="Arial"/>
                <a:ea typeface="Arial"/>
                <a:cs typeface="Arial"/>
              </a:defRPr>
            </a:defPPr>
          </a:lstStyle>
          <a:p>
            <a:pPr>
              <a:buNone/>
              <a:defRPr sz="2025" b="0">
                <a:solidFill>
                  <a:srgbClr val="F3EEE3"/>
                </a:solidFill>
                <a:latin typeface="Arial"/>
                <a:ea typeface="Arial"/>
                <a:cs typeface="Arial"/>
              </a:defRPr>
            </a:pPr>
            <a:r>
              <a:rPr sz="2025" b="0">
                <a:solidFill>
                  <a:srgbClr val="F3EEE3"/>
                </a:solidFill>
                <a:latin typeface="Arial"/>
                <a:ea typeface="Arial"/>
                <a:cs typeface="Arial"/>
              </a:rPr>
              <a:t>Loki framing scene</a:t>
            </a:r>
          </a:p>
          <a:p>
            <a:pPr>
              <a:buNone/>
              <a:defRPr sz="2025" b="0">
                <a:solidFill>
                  <a:srgbClr val="F3EEE3"/>
                </a:solidFill>
                <a:latin typeface="Arial"/>
                <a:ea typeface="Arial"/>
                <a:cs typeface="Arial"/>
              </a:defRPr>
            </a:pPr>
            <a:r>
              <a:rPr sz="2025" b="0">
                <a:solidFill>
                  <a:srgbClr val="F3EEE3"/>
                </a:solidFill>
                <a:latin typeface="Arial"/>
                <a:ea typeface="Arial"/>
                <a:cs typeface="Arial"/>
              </a:rPr>
              <a:t>Four intercut historical stories</a:t>
            </a:r>
          </a:p>
          <a:p>
            <a:pPr>
              <a:buNone/>
              <a:defRPr sz="2025" b="0">
                <a:solidFill>
                  <a:srgbClr val="F3EEE3"/>
                </a:solidFill>
                <a:latin typeface="Arial"/>
                <a:ea typeface="Arial"/>
                <a:cs typeface="Arial"/>
              </a:defRPr>
            </a:pPr>
            <a:r>
              <a:rPr sz="2025" b="0">
                <a:solidFill>
                  <a:srgbClr val="F3EEE3"/>
                </a:solidFill>
                <a:latin typeface="Arial"/>
                <a:ea typeface="Arial"/>
                <a:cs typeface="Arial"/>
              </a:rPr>
              <a:t>Return to the timeline</a:t>
            </a:r>
          </a:p>
        </p:txBody>
      </p:sp>
      <p:sp>
        <p:nvSpPr>
          <p:cNvPr id="7" name="矩形 6">
            <a:extLst>
              <a:ext uri="{FF2B5EF4-FFF2-40B4-BE49-F238E27FC236}">
                <a16:creationId xmlns:a16="http://schemas.microsoft.com/office/drawing/2014/main" id="{6A2F9976-9261-4CA0-8D4B-58A5D716FA6E}"/>
              </a:ext>
            </a:extLst>
          </p:cNvPr>
          <p:cNvSpPr>
            <a:spLocks noGrp="1"/>
          </p:cNvSpPr>
          <p:nvPr/>
        </p:nvSpPr>
        <p:spPr>
          <a:xfrm>
            <a:off x="5353050" y="2667000"/>
            <a:ext cx="2857500" cy="428625"/>
          </a:xfrm>
          <a:prstGeom prst="rect">
            <a:avLst/>
          </a:prstGeom>
          <a:noFill/>
          <a:ln w="0">
            <a:noFill/>
          </a:ln>
        </p:spPr>
        <p:txBody>
          <a:bodyPr/>
          <a:lstStyle>
            <a:defPPr>
              <a:defRPr sz="2100" b="1">
                <a:solidFill>
                  <a:srgbClr val="D4AD70"/>
                </a:solidFill>
                <a:latin typeface="Arial"/>
                <a:ea typeface="Arial"/>
                <a:cs typeface="Arial"/>
              </a:defRPr>
            </a:defPPr>
          </a:lstStyle>
          <a:p>
            <a:pPr>
              <a:buNone/>
              <a:defRPr sz="2100" b="1">
                <a:solidFill>
                  <a:srgbClr val="D4AD70"/>
                </a:solidFill>
                <a:latin typeface="Arial"/>
                <a:ea typeface="Arial"/>
                <a:cs typeface="Arial"/>
              </a:defRPr>
            </a:pPr>
            <a:r>
              <a:rPr sz="2100" b="1">
                <a:solidFill>
                  <a:srgbClr val="D4AD70"/>
                </a:solidFill>
                <a:latin typeface="Arial"/>
                <a:ea typeface="Arial"/>
                <a:cs typeface="Arial"/>
              </a:rPr>
              <a:t>Development</a:t>
            </a:r>
          </a:p>
        </p:txBody>
      </p:sp>
      <p:sp>
        <p:nvSpPr>
          <p:cNvPr id="8" name="矩形 7">
            <a:extLst>
              <a:ext uri="{FF2B5EF4-FFF2-40B4-BE49-F238E27FC236}">
                <a16:creationId xmlns:a16="http://schemas.microsoft.com/office/drawing/2014/main" id="{15DEEEBB-55DC-4DD6-BC0E-4B967E0EBCB8}"/>
              </a:ext>
            </a:extLst>
          </p:cNvPr>
          <p:cNvSpPr>
            <a:spLocks noGrp="1"/>
          </p:cNvSpPr>
          <p:nvPr/>
        </p:nvSpPr>
        <p:spPr>
          <a:xfrm>
            <a:off x="5353050" y="3257550"/>
            <a:ext cx="5953125" cy="1428750"/>
          </a:xfrm>
          <a:prstGeom prst="rect">
            <a:avLst/>
          </a:prstGeom>
          <a:noFill/>
          <a:ln w="0">
            <a:noFill/>
          </a:ln>
        </p:spPr>
        <p:txBody>
          <a:bodyPr/>
          <a:lstStyle>
            <a:defPPr>
              <a:defRPr sz="2025" b="0">
                <a:solidFill>
                  <a:srgbClr val="F3EEE3"/>
                </a:solidFill>
                <a:latin typeface="Arial"/>
                <a:ea typeface="Arial"/>
                <a:cs typeface="Arial"/>
              </a:defRPr>
            </a:defPPr>
          </a:lstStyle>
          <a:p>
            <a:pPr>
              <a:buNone/>
              <a:defRPr sz="2025" b="0">
                <a:solidFill>
                  <a:srgbClr val="F3EEE3"/>
                </a:solidFill>
                <a:latin typeface="Arial"/>
                <a:ea typeface="Arial"/>
                <a:cs typeface="Arial"/>
              </a:defRPr>
            </a:pPr>
            <a:r>
              <a:rPr sz="2025" b="0">
                <a:solidFill>
                  <a:srgbClr val="F3EEE3"/>
                </a:solidFill>
                <a:latin typeface="Arial"/>
                <a:ea typeface="Arial"/>
                <a:cs typeface="Arial"/>
              </a:rPr>
              <a:t>Research all four historical worlds</a:t>
            </a:r>
          </a:p>
          <a:p>
            <a:pPr>
              <a:buNone/>
              <a:defRPr sz="2025" b="0">
                <a:solidFill>
                  <a:srgbClr val="F3EEE3"/>
                </a:solidFill>
                <a:latin typeface="Arial"/>
                <a:ea typeface="Arial"/>
                <a:cs typeface="Arial"/>
              </a:defRPr>
            </a:pPr>
            <a:r>
              <a:rPr sz="2025" b="0">
                <a:solidFill>
                  <a:srgbClr val="F3EEE3"/>
                </a:solidFill>
                <a:latin typeface="Arial"/>
                <a:ea typeface="Arial"/>
                <a:cs typeface="Arial"/>
              </a:rPr>
              <a:t>Script + visual development</a:t>
            </a:r>
          </a:p>
          <a:p>
            <a:pPr>
              <a:buNone/>
              <a:defRPr sz="2025" b="0">
                <a:solidFill>
                  <a:srgbClr val="F3EEE3"/>
                </a:solidFill>
                <a:latin typeface="Arial"/>
                <a:ea typeface="Arial"/>
                <a:cs typeface="Arial"/>
              </a:defRPr>
            </a:pPr>
            <a:r>
              <a:rPr sz="2025" b="0">
                <a:solidFill>
                  <a:srgbClr val="F3EEE3"/>
                </a:solidFill>
                <a:latin typeface="Arial"/>
                <a:ea typeface="Arial"/>
                <a:cs typeface="Arial"/>
              </a:rPr>
              <a:t>Storyboard / intercut animatic</a:t>
            </a:r>
          </a:p>
        </p:txBody>
      </p:sp>
      <p:sp>
        <p:nvSpPr>
          <p:cNvPr id="9" name="矩形 8">
            <a:extLst>
              <a:ext uri="{FF2B5EF4-FFF2-40B4-BE49-F238E27FC236}">
                <a16:creationId xmlns:a16="http://schemas.microsoft.com/office/drawing/2014/main" id="{8D513BF7-6A20-4A0D-A2D8-BAA370B7BC0F}"/>
              </a:ext>
            </a:extLst>
          </p:cNvPr>
          <p:cNvSpPr>
            <a:spLocks noGrp="1"/>
          </p:cNvSpPr>
          <p:nvPr/>
        </p:nvSpPr>
        <p:spPr>
          <a:xfrm>
            <a:off x="5353050" y="4953000"/>
            <a:ext cx="2857500" cy="428625"/>
          </a:xfrm>
          <a:prstGeom prst="rect">
            <a:avLst/>
          </a:prstGeom>
          <a:noFill/>
          <a:ln w="0">
            <a:noFill/>
          </a:ln>
        </p:spPr>
        <p:txBody>
          <a:bodyPr/>
          <a:lstStyle>
            <a:defPPr>
              <a:defRPr sz="2100" b="1">
                <a:solidFill>
                  <a:srgbClr val="70D7D9"/>
                </a:solidFill>
                <a:latin typeface="Arial"/>
                <a:ea typeface="Arial"/>
                <a:cs typeface="Arial"/>
              </a:defRPr>
            </a:defPPr>
          </a:lstStyle>
          <a:p>
            <a:pPr>
              <a:buNone/>
              <a:defRPr sz="2100" b="1">
                <a:solidFill>
                  <a:srgbClr val="70D7D9"/>
                </a:solidFill>
                <a:latin typeface="Arial"/>
                <a:ea typeface="Arial"/>
                <a:cs typeface="Arial"/>
              </a:defRPr>
            </a:pPr>
            <a:r>
              <a:rPr sz="2100" b="1">
                <a:solidFill>
                  <a:srgbClr val="70D7D9"/>
                </a:solidFill>
                <a:latin typeface="Arial"/>
                <a:ea typeface="Arial"/>
                <a:cs typeface="Arial"/>
              </a:rPr>
              <a:t>Production</a:t>
            </a:r>
          </a:p>
        </p:txBody>
      </p:sp>
      <p:sp>
        <p:nvSpPr>
          <p:cNvPr id="10" name="矩形 9">
            <a:extLst>
              <a:ext uri="{FF2B5EF4-FFF2-40B4-BE49-F238E27FC236}">
                <a16:creationId xmlns:a16="http://schemas.microsoft.com/office/drawing/2014/main" id="{50398DF1-9068-41FE-88F9-EA0EDBCE06D3}"/>
              </a:ext>
            </a:extLst>
          </p:cNvPr>
          <p:cNvSpPr>
            <a:spLocks noGrp="1"/>
          </p:cNvSpPr>
          <p:nvPr/>
        </p:nvSpPr>
        <p:spPr>
          <a:xfrm>
            <a:off x="5353050" y="5505450"/>
            <a:ext cx="6048375" cy="857250"/>
          </a:xfrm>
          <a:prstGeom prst="rect">
            <a:avLst/>
          </a:prstGeom>
          <a:noFill/>
          <a:ln w="0">
            <a:noFill/>
          </a:ln>
        </p:spPr>
        <p:txBody>
          <a:bodyPr/>
          <a:lstStyle>
            <a:defPPr>
              <a:defRPr sz="1950" b="0">
                <a:solidFill>
                  <a:srgbClr val="F3EEE3"/>
                </a:solidFill>
                <a:latin typeface="Arial"/>
                <a:ea typeface="Arial"/>
                <a:cs typeface="Arial"/>
              </a:defRPr>
            </a:defPPr>
          </a:lstStyle>
          <a:p>
            <a:pPr>
              <a:buNone/>
              <a:defRPr sz="1950" b="0">
                <a:solidFill>
                  <a:srgbClr val="F3EEE3"/>
                </a:solidFill>
                <a:latin typeface="Arial"/>
                <a:ea typeface="Arial"/>
                <a:cs typeface="Arial"/>
              </a:defRPr>
            </a:pPr>
            <a:r>
              <a:rPr sz="1950" b="0">
                <a:solidFill>
                  <a:srgbClr val="F3EEE3"/>
                </a:solidFill>
                <a:latin typeface="Arial"/>
                <a:ea typeface="Arial"/>
                <a:cs typeface="Arial"/>
              </a:rPr>
              <a:t>AI images + short video shots</a:t>
            </a:r>
          </a:p>
          <a:p>
            <a:pPr>
              <a:buNone/>
              <a:defRPr sz="1950" b="0">
                <a:solidFill>
                  <a:srgbClr val="F3EEE3"/>
                </a:solidFill>
                <a:latin typeface="Arial"/>
                <a:ea typeface="Arial"/>
                <a:cs typeface="Arial"/>
              </a:defRPr>
            </a:pPr>
            <a:r>
              <a:rPr sz="1950" b="0">
                <a:solidFill>
                  <a:srgbClr val="F3EEE3"/>
                </a:solidFill>
                <a:latin typeface="Arial"/>
                <a:ea typeface="Arial"/>
                <a:cs typeface="Arial"/>
              </a:rPr>
              <a:t>Editing + sound + compositing + revision</a:t>
            </a:r>
          </a:p>
        </p:txBody>
      </p:sp>
      <p:sp>
        <p:nvSpPr>
          <p:cNvPr id="12" name="矩形 11">
            <a:extLst>
              <a:ext uri="{FF2B5EF4-FFF2-40B4-BE49-F238E27FC236}">
                <a16:creationId xmlns:a16="http://schemas.microsoft.com/office/drawing/2014/main" id="{7EF2ABA3-D5B7-4120-9076-E59D8D907D42}"/>
              </a:ext>
            </a:extLst>
          </p:cNvPr>
          <p:cNvSpPr>
            <a:spLocks noGrp="1"/>
          </p:cNvSpPr>
          <p:nvPr/>
        </p:nvSpPr>
        <p:spPr>
          <a:xfrm>
            <a:off x="609600" y="5334000"/>
            <a:ext cx="4429125" cy="590550"/>
          </a:xfrm>
          <a:prstGeom prst="rect">
            <a:avLst/>
          </a:prstGeom>
          <a:noFill/>
          <a:ln w="0">
            <a:noFill/>
          </a:ln>
        </p:spPr>
        <p:txBody>
          <a:bodyPr/>
          <a:lstStyle>
            <a:defPPr>
              <a:defRPr sz="1800" b="0">
                <a:solidFill>
                  <a:srgbClr val="D4AD70"/>
                </a:solidFill>
                <a:latin typeface="Arial"/>
                <a:ea typeface="Arial"/>
                <a:cs typeface="Arial"/>
              </a:defRPr>
            </a:defPPr>
          </a:lstStyle>
          <a:p>
            <a:pPr>
              <a:defRPr sz="1800" b="0">
                <a:solidFill>
                  <a:srgbClr val="D4AD70"/>
                </a:solidFill>
                <a:latin typeface="Arial"/>
                <a:ea typeface="Arial"/>
                <a:cs typeface="Arial"/>
              </a:defRPr>
            </a:pPr>
            <a:r>
              <a:rPr sz="1800" b="0">
                <a:solidFill>
                  <a:srgbClr val="D4AD70"/>
                </a:solidFill>
                <a:latin typeface="Arial"/>
                <a:ea typeface="Arial"/>
                <a:cs typeface="Arial"/>
              </a:rPr>
              <a:t>Short scenes, shared visual style</a:t>
            </a:r>
          </a:p>
        </p:txBody>
      </p:sp>
    </p:spTree>
    <p:extLst>
      <p:ext uri="{BB962C8B-B14F-4D97-AF65-F5344CB8AC3E}">
        <p14:creationId xmlns:p14="http://schemas.microsoft.com/office/powerpoint/2010/main" val="625213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81B"/>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55B400DD-C32C-4802-9AC3-40ABF95B82BC}"/>
              </a:ext>
            </a:extLst>
          </p:cNvPr>
          <p:cNvSpPr>
            <a:spLocks noGrp="1"/>
          </p:cNvSpPr>
          <p:nvPr/>
        </p:nvSpPr>
        <p:spPr>
          <a:xfrm>
            <a:off x="609600" y="381000"/>
            <a:ext cx="10668000" cy="304800"/>
          </a:xfrm>
          <a:prstGeom prst="rect">
            <a:avLst/>
          </a:prstGeom>
          <a:noFill/>
          <a:ln w="0">
            <a:noFill/>
          </a:ln>
        </p:spPr>
        <p:txBody>
          <a:bodyPr/>
          <a:lstStyle>
            <a:defPPr>
              <a:defRPr sz="1350" b="1">
                <a:solidFill>
                  <a:srgbClr val="D4AD70"/>
                </a:solidFill>
                <a:latin typeface="Arial"/>
                <a:ea typeface="Arial"/>
                <a:cs typeface="Arial"/>
              </a:defRPr>
            </a:defPPr>
          </a:lstStyle>
          <a:p>
            <a:pPr>
              <a:buNone/>
              <a:defRPr sz="1350" b="1">
                <a:solidFill>
                  <a:srgbClr val="D4AD70"/>
                </a:solidFill>
                <a:latin typeface="Arial"/>
                <a:ea typeface="Arial"/>
                <a:cs typeface="Arial"/>
              </a:defRPr>
            </a:pPr>
            <a:r>
              <a:rPr sz="1350" b="1">
                <a:solidFill>
                  <a:srgbClr val="D4AD70"/>
                </a:solidFill>
                <a:latin typeface="Arial"/>
                <a:ea typeface="Arial"/>
                <a:cs typeface="Arial"/>
              </a:rPr>
              <a:t>05  TOOLS / PRODUCTION / AI ROLES</a:t>
            </a:r>
          </a:p>
        </p:txBody>
      </p:sp>
      <p:sp>
        <p:nvSpPr>
          <p:cNvPr id="2" name="矩形 1">
            <a:extLst>
              <a:ext uri="{FF2B5EF4-FFF2-40B4-BE49-F238E27FC236}">
                <a16:creationId xmlns:a16="http://schemas.microsoft.com/office/drawing/2014/main" id="{F9AAD663-874C-419E-B184-D985BECF4500}"/>
              </a:ext>
            </a:extLst>
          </p:cNvPr>
          <p:cNvSpPr>
            <a:spLocks noGrp="1"/>
          </p:cNvSpPr>
          <p:nvPr/>
        </p:nvSpPr>
        <p:spPr>
          <a:xfrm>
            <a:off x="609600" y="914400"/>
            <a:ext cx="10763250" cy="857250"/>
          </a:xfrm>
          <a:prstGeom prst="rect">
            <a:avLst/>
          </a:prstGeom>
          <a:noFill/>
          <a:ln w="0">
            <a:noFill/>
          </a:ln>
        </p:spPr>
        <p:txBody>
          <a:bodyPr/>
          <a:lstStyle>
            <a:defPPr>
              <a:defRPr sz="3300" b="1">
                <a:solidFill>
                  <a:srgbClr val="F3EEE3"/>
                </a:solidFill>
                <a:latin typeface="Arial"/>
                <a:ea typeface="Arial"/>
                <a:cs typeface="Arial"/>
              </a:defRPr>
            </a:defPPr>
          </a:lstStyle>
          <a:p>
            <a:pPr>
              <a:buNone/>
              <a:defRPr sz="3300" b="1">
                <a:solidFill>
                  <a:srgbClr val="F3EEE3"/>
                </a:solidFill>
                <a:latin typeface="Arial"/>
                <a:ea typeface="Arial"/>
                <a:cs typeface="Arial"/>
              </a:defRPr>
            </a:pPr>
            <a:r>
              <a:rPr sz="3300" b="1">
                <a:solidFill>
                  <a:srgbClr val="F3EEE3"/>
                </a:solidFill>
                <a:latin typeface="Arial"/>
                <a:ea typeface="Arial"/>
                <a:cs typeface="Arial"/>
              </a:rPr>
              <a:t>I plan and edit. AI generates the visuals.</a:t>
            </a:r>
            <a:endParaRPr sz="3600" b="1">
              <a:solidFill>
                <a:srgbClr val="F3EEE3"/>
              </a:solidFill>
              <a:latin typeface="Arial"/>
              <a:ea typeface="Arial"/>
              <a:cs typeface="Arial"/>
            </a:endParaRPr>
          </a:p>
        </p:txBody>
      </p:sp>
      <p:sp>
        <p:nvSpPr>
          <p:cNvPr id="3" name="矩形 2">
            <a:extLst>
              <a:ext uri="{FF2B5EF4-FFF2-40B4-BE49-F238E27FC236}">
                <a16:creationId xmlns:a16="http://schemas.microsoft.com/office/drawing/2014/main" id="{17416EC4-944B-44A7-BF61-22834BDCEC7F}"/>
              </a:ext>
            </a:extLst>
          </p:cNvPr>
          <p:cNvSpPr>
            <a:spLocks noGrp="1"/>
          </p:cNvSpPr>
          <p:nvPr/>
        </p:nvSpPr>
        <p:spPr>
          <a:xfrm>
            <a:off x="11144250" y="6248400"/>
            <a:ext cx="476250" cy="285750"/>
          </a:xfrm>
          <a:prstGeom prst="rect">
            <a:avLst/>
          </a:prstGeom>
          <a:noFill/>
          <a:ln w="0">
            <a:noFill/>
          </a:ln>
        </p:spPr>
        <p:txBody>
          <a:bodyPr/>
          <a:lstStyle>
            <a:defPPr>
              <a:defRPr sz="1200" b="0">
                <a:solidFill>
                  <a:srgbClr val="B5B9B5"/>
                </a:solidFill>
                <a:latin typeface="Arial"/>
                <a:ea typeface="Arial"/>
                <a:cs typeface="Arial"/>
              </a:defRPr>
            </a:defPPr>
          </a:lstStyle>
          <a:p>
            <a:pPr>
              <a:buNone/>
              <a:defRPr sz="1200" b="0">
                <a:solidFill>
                  <a:srgbClr val="B5B9B5"/>
                </a:solidFill>
                <a:latin typeface="Arial"/>
                <a:ea typeface="Arial"/>
                <a:cs typeface="Arial"/>
              </a:defRPr>
            </a:pPr>
            <a:r>
              <a:rPr sz="1200" b="0">
                <a:solidFill>
                  <a:srgbClr val="B5B9B5"/>
                </a:solidFill>
                <a:latin typeface="Arial"/>
                <a:ea typeface="Arial"/>
                <a:cs typeface="Arial"/>
              </a:rPr>
              <a:t>07</a:t>
            </a:r>
          </a:p>
        </p:txBody>
      </p:sp>
      <p:sp>
        <p:nvSpPr>
          <p:cNvPr id="4" name="矩形 3">
            <a:extLst>
              <a:ext uri="{FF2B5EF4-FFF2-40B4-BE49-F238E27FC236}">
                <a16:creationId xmlns:a16="http://schemas.microsoft.com/office/drawing/2014/main" id="{FFB5DE78-734C-4FE1-AB6C-27144A8704DD}"/>
              </a:ext>
            </a:extLst>
          </p:cNvPr>
          <p:cNvSpPr>
            <a:spLocks noGrp="1"/>
          </p:cNvSpPr>
          <p:nvPr/>
        </p:nvSpPr>
        <p:spPr>
          <a:xfrm>
            <a:off x="609600" y="2133600"/>
            <a:ext cx="5048250" cy="409575"/>
          </a:xfrm>
          <a:prstGeom prst="rect">
            <a:avLst/>
          </a:prstGeom>
          <a:noFill/>
          <a:ln w="0">
            <a:noFill/>
          </a:ln>
        </p:spPr>
        <p:txBody>
          <a:bodyPr/>
          <a:lstStyle>
            <a:defPPr>
              <a:defRPr sz="1725" b="1">
                <a:solidFill>
                  <a:srgbClr val="D4AD70"/>
                </a:solidFill>
                <a:latin typeface="Arial"/>
                <a:ea typeface="Arial"/>
                <a:cs typeface="Arial"/>
              </a:defRPr>
            </a:defPPr>
          </a:lstStyle>
          <a:p>
            <a:pPr>
              <a:buNone/>
              <a:defRPr sz="1725" b="1">
                <a:solidFill>
                  <a:srgbClr val="D4AD70"/>
                </a:solidFill>
                <a:latin typeface="Arial"/>
                <a:ea typeface="Arial"/>
                <a:cs typeface="Arial"/>
              </a:defRPr>
            </a:pPr>
            <a:r>
              <a:rPr sz="1725" b="1">
                <a:solidFill>
                  <a:srgbClr val="D4AD70"/>
                </a:solidFill>
                <a:latin typeface="Arial"/>
                <a:ea typeface="Arial"/>
                <a:cs typeface="Arial"/>
              </a:rPr>
              <a:t>MY ROLE</a:t>
            </a:r>
          </a:p>
        </p:txBody>
      </p:sp>
      <p:sp>
        <p:nvSpPr>
          <p:cNvPr id="5" name="矩形 4">
            <a:extLst>
              <a:ext uri="{FF2B5EF4-FFF2-40B4-BE49-F238E27FC236}">
                <a16:creationId xmlns:a16="http://schemas.microsoft.com/office/drawing/2014/main" id="{03183186-449F-4E1D-902B-3FDBE6D78909}"/>
              </a:ext>
            </a:extLst>
          </p:cNvPr>
          <p:cNvSpPr>
            <a:spLocks noGrp="1"/>
          </p:cNvSpPr>
          <p:nvPr/>
        </p:nvSpPr>
        <p:spPr>
          <a:xfrm>
            <a:off x="609600" y="2705100"/>
            <a:ext cx="5219700" cy="2124075"/>
          </a:xfrm>
          <a:prstGeom prst="rect">
            <a:avLst/>
          </a:prstGeom>
          <a:noFill/>
          <a:ln w="0">
            <a:noFill/>
          </a:ln>
        </p:spPr>
        <p:txBody>
          <a:bodyPr/>
          <a:lstStyle>
            <a:defPPr>
              <a:defRPr sz="2025" b="0">
                <a:solidFill>
                  <a:srgbClr val="F3EEE3"/>
                </a:solidFill>
                <a:latin typeface="Arial"/>
                <a:ea typeface="Arial"/>
                <a:cs typeface="Arial"/>
              </a:defRPr>
            </a:defPPr>
          </a:lstStyle>
          <a:p>
            <a:pPr>
              <a:buNone/>
              <a:defRPr sz="2025" b="0">
                <a:solidFill>
                  <a:srgbClr val="F3EEE3"/>
                </a:solidFill>
                <a:latin typeface="Arial"/>
                <a:ea typeface="Arial"/>
                <a:cs typeface="Arial"/>
              </a:defRPr>
            </a:pPr>
            <a:r>
              <a:rPr sz="2025" b="0">
                <a:solidFill>
                  <a:srgbClr val="F3EEE3"/>
                </a:solidFill>
                <a:latin typeface="Arial"/>
                <a:ea typeface="Arial"/>
                <a:cs typeface="Arial"/>
              </a:rPr>
              <a:t>Research and historical checks</a:t>
            </a:r>
          </a:p>
          <a:p>
            <a:pPr>
              <a:buNone/>
              <a:defRPr sz="2025" b="0">
                <a:solidFill>
                  <a:srgbClr val="F3EEE3"/>
                </a:solidFill>
                <a:latin typeface="Arial"/>
                <a:ea typeface="Arial"/>
                <a:cs typeface="Arial"/>
              </a:defRPr>
            </a:pPr>
            <a:r>
              <a:rPr sz="2025" b="0">
                <a:solidFill>
                  <a:srgbClr val="F3EEE3"/>
                </a:solidFill>
                <a:latin typeface="Arial"/>
                <a:ea typeface="Arial"/>
                <a:cs typeface="Arial"/>
              </a:rPr>
              <a:t>Four-story script and shot design</a:t>
            </a:r>
          </a:p>
          <a:p>
            <a:pPr>
              <a:buNone/>
              <a:defRPr sz="2025" b="0">
                <a:solidFill>
                  <a:srgbClr val="F3EEE3"/>
                </a:solidFill>
                <a:latin typeface="Arial"/>
                <a:ea typeface="Arial"/>
                <a:cs typeface="Arial"/>
              </a:defRPr>
            </a:pPr>
            <a:r>
              <a:rPr sz="2025" b="0">
                <a:solidFill>
                  <a:srgbClr val="F3EEE3"/>
                </a:solidFill>
                <a:latin typeface="Arial"/>
                <a:ea typeface="Arial"/>
                <a:cs typeface="Arial"/>
              </a:rPr>
              <a:t>Storyboard and art direction</a:t>
            </a:r>
          </a:p>
          <a:p>
            <a:pPr>
              <a:buNone/>
              <a:defRPr sz="2025" b="0">
                <a:solidFill>
                  <a:srgbClr val="F3EEE3"/>
                </a:solidFill>
                <a:latin typeface="Arial"/>
                <a:ea typeface="Arial"/>
                <a:cs typeface="Arial"/>
              </a:defRPr>
            </a:pPr>
            <a:r>
              <a:rPr sz="2025" b="0">
                <a:solidFill>
                  <a:srgbClr val="F3EEE3"/>
                </a:solidFill>
                <a:latin typeface="Arial"/>
                <a:ea typeface="Arial"/>
                <a:cs typeface="Arial"/>
              </a:rPr>
              <a:t>Selection and final decisions</a:t>
            </a:r>
            <a:endParaRPr sz="2175" b="0">
              <a:solidFill>
                <a:srgbClr val="F3EEE3"/>
              </a:solidFill>
              <a:latin typeface="Arial"/>
              <a:ea typeface="Arial"/>
              <a:cs typeface="Arial"/>
            </a:endParaRPr>
          </a:p>
          <a:p>
            <a:pPr>
              <a:buNone/>
              <a:defRPr sz="2025" b="0">
                <a:solidFill>
                  <a:srgbClr val="F3EEE3"/>
                </a:solidFill>
                <a:latin typeface="Arial"/>
                <a:ea typeface="Arial"/>
                <a:cs typeface="Arial"/>
              </a:defRPr>
            </a:pPr>
            <a:r>
              <a:rPr sz="2025" b="0">
                <a:solidFill>
                  <a:srgbClr val="F3EEE3"/>
                </a:solidFill>
                <a:latin typeface="Arial"/>
                <a:ea typeface="Arial"/>
                <a:cs typeface="Arial"/>
              </a:rPr>
              <a:t>Video editing and sound design</a:t>
            </a:r>
            <a:endParaRPr sz="2175" b="0">
              <a:solidFill>
                <a:srgbClr val="F3EEE3"/>
              </a:solidFill>
              <a:latin typeface="Arial"/>
              <a:ea typeface="Arial"/>
              <a:cs typeface="Arial"/>
            </a:endParaRPr>
          </a:p>
        </p:txBody>
      </p:sp>
      <p:sp>
        <p:nvSpPr>
          <p:cNvPr id="6" name="矩形 5">
            <a:extLst>
              <a:ext uri="{FF2B5EF4-FFF2-40B4-BE49-F238E27FC236}">
                <a16:creationId xmlns:a16="http://schemas.microsoft.com/office/drawing/2014/main" id="{D4F68C42-DA48-4975-BF21-4AC27E48525F}"/>
              </a:ext>
            </a:extLst>
          </p:cNvPr>
          <p:cNvSpPr>
            <a:spLocks noGrp="1"/>
          </p:cNvSpPr>
          <p:nvPr/>
        </p:nvSpPr>
        <p:spPr>
          <a:xfrm>
            <a:off x="6496050" y="2133600"/>
            <a:ext cx="5048250" cy="409575"/>
          </a:xfrm>
          <a:prstGeom prst="rect">
            <a:avLst/>
          </a:prstGeom>
          <a:noFill/>
          <a:ln w="0">
            <a:noFill/>
          </a:ln>
        </p:spPr>
        <p:txBody>
          <a:bodyPr/>
          <a:lstStyle>
            <a:defPPr>
              <a:defRPr sz="1725" b="1">
                <a:solidFill>
                  <a:srgbClr val="70D7D9"/>
                </a:solidFill>
                <a:latin typeface="Arial"/>
                <a:ea typeface="Arial"/>
                <a:cs typeface="Arial"/>
              </a:defRPr>
            </a:defPPr>
          </a:lstStyle>
          <a:p>
            <a:pPr>
              <a:buNone/>
              <a:defRPr sz="1725" b="1">
                <a:solidFill>
                  <a:srgbClr val="70D7D9"/>
                </a:solidFill>
                <a:latin typeface="Arial"/>
                <a:ea typeface="Arial"/>
                <a:cs typeface="Arial"/>
              </a:defRPr>
            </a:pPr>
            <a:r>
              <a:rPr sz="1725" b="1">
                <a:solidFill>
                  <a:srgbClr val="70D7D9"/>
                </a:solidFill>
                <a:latin typeface="Arial"/>
                <a:ea typeface="Arial"/>
                <a:cs typeface="Arial"/>
              </a:rPr>
              <a:t>AI ROLE</a:t>
            </a:r>
          </a:p>
        </p:txBody>
      </p:sp>
      <p:sp>
        <p:nvSpPr>
          <p:cNvPr id="7" name="矩形 6">
            <a:extLst>
              <a:ext uri="{FF2B5EF4-FFF2-40B4-BE49-F238E27FC236}">
                <a16:creationId xmlns:a16="http://schemas.microsoft.com/office/drawing/2014/main" id="{EB7DB15C-8AFE-4C7E-AEAF-E46A2E315812}"/>
              </a:ext>
            </a:extLst>
          </p:cNvPr>
          <p:cNvSpPr>
            <a:spLocks noGrp="1"/>
          </p:cNvSpPr>
          <p:nvPr/>
        </p:nvSpPr>
        <p:spPr>
          <a:xfrm>
            <a:off x="6496050" y="2705100"/>
            <a:ext cx="5048250" cy="2124075"/>
          </a:xfrm>
          <a:prstGeom prst="rect">
            <a:avLst/>
          </a:prstGeom>
          <a:noFill/>
          <a:ln w="0">
            <a:noFill/>
          </a:ln>
        </p:spPr>
        <p:txBody>
          <a:bodyPr/>
          <a:lstStyle>
            <a:defPPr>
              <a:defRPr sz="2025" b="0">
                <a:solidFill>
                  <a:srgbClr val="F3EEE3"/>
                </a:solidFill>
                <a:latin typeface="Arial"/>
                <a:ea typeface="Arial"/>
                <a:cs typeface="Arial"/>
              </a:defRPr>
            </a:defPPr>
          </a:lstStyle>
          <a:p>
            <a:pPr>
              <a:buNone/>
              <a:defRPr sz="2025" b="0">
                <a:solidFill>
                  <a:srgbClr val="F3EEE3"/>
                </a:solidFill>
                <a:latin typeface="Arial"/>
                <a:ea typeface="Arial"/>
                <a:cs typeface="Arial"/>
              </a:defRPr>
            </a:pPr>
            <a:r>
              <a:rPr sz="2025" b="0">
                <a:solidFill>
                  <a:srgbClr val="F3EEE3"/>
                </a:solidFill>
                <a:latin typeface="Arial"/>
                <a:ea typeface="Arial"/>
                <a:cs typeface="Arial"/>
              </a:rPr>
              <a:t>Four historical worlds and costumes</a:t>
            </a:r>
          </a:p>
          <a:p>
            <a:pPr>
              <a:buNone/>
              <a:defRPr sz="2025" b="0">
                <a:solidFill>
                  <a:srgbClr val="F3EEE3"/>
                </a:solidFill>
                <a:latin typeface="Arial"/>
                <a:ea typeface="Arial"/>
                <a:cs typeface="Arial"/>
              </a:defRPr>
            </a:pPr>
            <a:r>
              <a:rPr sz="2025" b="0">
                <a:solidFill>
                  <a:srgbClr val="F3EEE3"/>
                </a:solidFill>
                <a:latin typeface="Arial"/>
                <a:ea typeface="Arial"/>
                <a:cs typeface="Arial"/>
              </a:rPr>
              <a:t>Concept images and visual variations</a:t>
            </a:r>
          </a:p>
          <a:p>
            <a:pPr>
              <a:buNone/>
              <a:defRPr sz="2025" b="0">
                <a:solidFill>
                  <a:srgbClr val="F3EEE3"/>
                </a:solidFill>
                <a:latin typeface="Arial"/>
                <a:ea typeface="Arial"/>
                <a:cs typeface="Arial"/>
              </a:defRPr>
            </a:pPr>
            <a:r>
              <a:rPr sz="2025" b="0">
                <a:solidFill>
                  <a:srgbClr val="F3EEE3"/>
                </a:solidFill>
                <a:latin typeface="Arial"/>
                <a:ea typeface="Arial"/>
                <a:cs typeface="Arial"/>
              </a:rPr>
              <a:t>Image-to-video and motion tests</a:t>
            </a:r>
          </a:p>
          <a:p>
            <a:pPr>
              <a:buNone/>
              <a:defRPr sz="2025" b="0">
                <a:solidFill>
                  <a:srgbClr val="F3EEE3"/>
                </a:solidFill>
                <a:latin typeface="Arial"/>
                <a:ea typeface="Arial"/>
                <a:cs typeface="Arial"/>
              </a:defRPr>
            </a:pPr>
            <a:r>
              <a:rPr sz="2025" b="0">
                <a:solidFill>
                  <a:srgbClr val="F3EEE3"/>
                </a:solidFill>
                <a:latin typeface="Arial"/>
                <a:ea typeface="Arial"/>
                <a:cs typeface="Arial"/>
              </a:rPr>
              <a:t>Optional voice / sound experiments</a:t>
            </a:r>
          </a:p>
        </p:txBody>
      </p:sp>
      <p:sp>
        <p:nvSpPr>
          <p:cNvPr id="8" name="矩形 7">
            <a:extLst>
              <a:ext uri="{FF2B5EF4-FFF2-40B4-BE49-F238E27FC236}">
                <a16:creationId xmlns:a16="http://schemas.microsoft.com/office/drawing/2014/main" id="{0F3CE771-D14E-4D62-BFFF-2435F790982E}"/>
              </a:ext>
            </a:extLst>
          </p:cNvPr>
          <p:cNvSpPr>
            <a:spLocks noGrp="1"/>
          </p:cNvSpPr>
          <p:nvPr/>
        </p:nvSpPr>
        <p:spPr>
          <a:xfrm>
            <a:off x="609600" y="5257800"/>
            <a:ext cx="2857500" cy="361950"/>
          </a:xfrm>
          <a:prstGeom prst="rect">
            <a:avLst/>
          </a:prstGeom>
          <a:noFill/>
          <a:ln w="0">
            <a:noFill/>
          </a:ln>
        </p:spPr>
        <p:txBody>
          <a:bodyPr/>
          <a:lstStyle>
            <a:defPPr>
              <a:defRPr sz="1650" b="1">
                <a:solidFill>
                  <a:srgbClr val="D4AD70"/>
                </a:solidFill>
                <a:latin typeface="Arial"/>
                <a:ea typeface="Arial"/>
                <a:cs typeface="Arial"/>
              </a:defRPr>
            </a:defPPr>
          </a:lstStyle>
          <a:p>
            <a:pPr>
              <a:buNone/>
              <a:defRPr sz="1650" b="1">
                <a:solidFill>
                  <a:srgbClr val="D4AD70"/>
                </a:solidFill>
                <a:latin typeface="Arial"/>
                <a:ea typeface="Arial"/>
                <a:cs typeface="Arial"/>
              </a:defRPr>
            </a:pPr>
            <a:r>
              <a:rPr sz="1650" b="1">
                <a:solidFill>
                  <a:srgbClr val="D4AD70"/>
                </a:solidFill>
                <a:latin typeface="Arial"/>
                <a:ea typeface="Arial"/>
                <a:cs typeface="Arial"/>
              </a:rPr>
              <a:t>Provisional tools</a:t>
            </a:r>
          </a:p>
        </p:txBody>
      </p:sp>
      <p:sp>
        <p:nvSpPr>
          <p:cNvPr id="9" name="矩形 8">
            <a:extLst>
              <a:ext uri="{FF2B5EF4-FFF2-40B4-BE49-F238E27FC236}">
                <a16:creationId xmlns:a16="http://schemas.microsoft.com/office/drawing/2014/main" id="{7BA59ADD-D571-4385-B500-0E7A352F2472}"/>
              </a:ext>
            </a:extLst>
          </p:cNvPr>
          <p:cNvSpPr>
            <a:spLocks noGrp="1"/>
          </p:cNvSpPr>
          <p:nvPr/>
        </p:nvSpPr>
        <p:spPr>
          <a:xfrm>
            <a:off x="609600" y="5753100"/>
            <a:ext cx="10953750" cy="495300"/>
          </a:xfrm>
          <a:prstGeom prst="rect">
            <a:avLst/>
          </a:prstGeom>
          <a:noFill/>
          <a:ln w="0">
            <a:noFill/>
          </a:ln>
        </p:spPr>
        <p:txBody>
          <a:bodyPr/>
          <a:lstStyle>
            <a:defPPr>
              <a:defRPr sz="1875" b="0">
                <a:solidFill>
                  <a:srgbClr val="F3EEE3"/>
                </a:solidFill>
                <a:latin typeface="Arial"/>
                <a:ea typeface="Arial"/>
                <a:cs typeface="Arial"/>
              </a:defRPr>
            </a:defPPr>
          </a:lstStyle>
          <a:p>
            <a:pPr>
              <a:buNone/>
              <a:defRPr sz="1875" b="0">
                <a:solidFill>
                  <a:srgbClr val="F3EEE3"/>
                </a:solidFill>
                <a:latin typeface="Arial"/>
                <a:ea typeface="Arial"/>
                <a:cs typeface="Arial"/>
              </a:defRPr>
            </a:pPr>
            <a:r>
              <a:rPr sz="1875" b="0" dirty="0">
                <a:solidFill>
                  <a:srgbClr val="F3EEE3"/>
                </a:solidFill>
                <a:latin typeface="Arial"/>
                <a:ea typeface="Arial"/>
                <a:cs typeface="Arial"/>
              </a:rPr>
              <a:t>ChatGPT / image generator / image-to-video tool </a:t>
            </a:r>
            <a:r>
              <a:rPr lang="en-US" sz="1875" b="0" dirty="0">
                <a:solidFill>
                  <a:srgbClr val="F3EEE3"/>
                </a:solidFill>
                <a:latin typeface="Arial"/>
                <a:ea typeface="Arial"/>
                <a:cs typeface="Arial"/>
              </a:rPr>
              <a:t>/ video-to-video tool</a:t>
            </a:r>
            <a:r>
              <a:rPr sz="1875" b="0" dirty="0">
                <a:solidFill>
                  <a:srgbClr val="F3EEE3"/>
                </a:solidFill>
                <a:latin typeface="Arial"/>
                <a:ea typeface="Arial"/>
                <a:cs typeface="Arial"/>
              </a:rPr>
              <a:t>/ </a:t>
            </a:r>
            <a:r>
              <a:rPr lang="en-US" sz="1875" b="0" dirty="0">
                <a:solidFill>
                  <a:srgbClr val="F3EEE3"/>
                </a:solidFill>
                <a:latin typeface="Arial"/>
                <a:ea typeface="Arial"/>
                <a:cs typeface="Arial"/>
              </a:rPr>
              <a:t>Premier / </a:t>
            </a:r>
            <a:r>
              <a:rPr lang="en-US" sz="1875" b="0" dirty="0" err="1">
                <a:solidFill>
                  <a:srgbClr val="F3EEE3"/>
                </a:solidFill>
                <a:latin typeface="Arial"/>
                <a:ea typeface="Arial"/>
                <a:cs typeface="Arial"/>
              </a:rPr>
              <a:t>Jianying</a:t>
            </a:r>
            <a:endParaRPr sz="1875" b="0" dirty="0">
              <a:solidFill>
                <a:srgbClr val="F3EEE3"/>
              </a:solidFill>
              <a:latin typeface="Arial"/>
              <a:ea typeface="Arial"/>
              <a:cs typeface="Arial"/>
            </a:endParaRPr>
          </a:p>
        </p:txBody>
      </p:sp>
    </p:spTree>
    <p:extLst>
      <p:ext uri="{BB962C8B-B14F-4D97-AF65-F5344CB8AC3E}">
        <p14:creationId xmlns:p14="http://schemas.microsoft.com/office/powerpoint/2010/main" val="2058577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81B"/>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1A9228A4-7F9E-4F71-AAEA-E84975C69208}"/>
              </a:ext>
            </a:extLst>
          </p:cNvPr>
          <p:cNvSpPr>
            <a:spLocks noGrp="1"/>
          </p:cNvSpPr>
          <p:nvPr/>
        </p:nvSpPr>
        <p:spPr>
          <a:xfrm>
            <a:off x="609600" y="381000"/>
            <a:ext cx="10668000" cy="304800"/>
          </a:xfrm>
          <a:prstGeom prst="rect">
            <a:avLst/>
          </a:prstGeom>
          <a:noFill/>
          <a:ln w="0">
            <a:noFill/>
          </a:ln>
        </p:spPr>
        <p:txBody>
          <a:bodyPr/>
          <a:lstStyle>
            <a:defPPr>
              <a:defRPr sz="1350" b="1">
                <a:solidFill>
                  <a:srgbClr val="D4AD70"/>
                </a:solidFill>
                <a:latin typeface="Arial"/>
                <a:ea typeface="Arial"/>
                <a:cs typeface="Arial"/>
              </a:defRPr>
            </a:defPPr>
          </a:lstStyle>
          <a:p>
            <a:pPr>
              <a:buNone/>
              <a:defRPr sz="1350" b="1">
                <a:solidFill>
                  <a:srgbClr val="D4AD70"/>
                </a:solidFill>
                <a:latin typeface="Arial"/>
                <a:ea typeface="Arial"/>
                <a:cs typeface="Arial"/>
              </a:defRPr>
            </a:pPr>
            <a:r>
              <a:rPr sz="1350" b="1">
                <a:solidFill>
                  <a:srgbClr val="D4AD70"/>
                </a:solidFill>
                <a:latin typeface="Arial"/>
                <a:ea typeface="Arial"/>
                <a:cs typeface="Arial"/>
              </a:rPr>
              <a:t>06  QUESTION &amp; CHALLENGE</a:t>
            </a:r>
          </a:p>
        </p:txBody>
      </p:sp>
      <p:sp>
        <p:nvSpPr>
          <p:cNvPr id="2" name="矩形 1">
            <a:extLst>
              <a:ext uri="{FF2B5EF4-FFF2-40B4-BE49-F238E27FC236}">
                <a16:creationId xmlns:a16="http://schemas.microsoft.com/office/drawing/2014/main" id="{3262E803-2097-4E6D-A3C4-79BECE70F8B1}"/>
              </a:ext>
            </a:extLst>
          </p:cNvPr>
          <p:cNvSpPr>
            <a:spLocks noGrp="1"/>
          </p:cNvSpPr>
          <p:nvPr/>
        </p:nvSpPr>
        <p:spPr>
          <a:xfrm>
            <a:off x="609600" y="914400"/>
            <a:ext cx="10763250" cy="857250"/>
          </a:xfrm>
          <a:prstGeom prst="rect">
            <a:avLst/>
          </a:prstGeom>
          <a:noFill/>
          <a:ln w="0">
            <a:noFill/>
          </a:ln>
        </p:spPr>
        <p:txBody>
          <a:bodyPr/>
          <a:lstStyle>
            <a:defPPr>
              <a:defRPr sz="3600" b="1">
                <a:solidFill>
                  <a:srgbClr val="F3EEE3"/>
                </a:solidFill>
                <a:latin typeface="Arial"/>
                <a:ea typeface="Arial"/>
                <a:cs typeface="Arial"/>
              </a:defRPr>
            </a:defPPr>
          </a:lstStyle>
          <a:p>
            <a:pPr>
              <a:buNone/>
              <a:defRPr sz="3600" b="1">
                <a:solidFill>
                  <a:srgbClr val="F3EEE3"/>
                </a:solidFill>
                <a:latin typeface="Arial"/>
                <a:ea typeface="Arial"/>
                <a:cs typeface="Arial"/>
              </a:defRPr>
            </a:pPr>
            <a:r>
              <a:rPr sz="3600" b="1">
                <a:solidFill>
                  <a:srgbClr val="F3EEE3"/>
                </a:solidFill>
                <a:latin typeface="Arial"/>
                <a:ea typeface="Arial"/>
                <a:cs typeface="Arial"/>
              </a:rPr>
              <a:t>Three challenges</a:t>
            </a:r>
          </a:p>
        </p:txBody>
      </p:sp>
      <p:sp>
        <p:nvSpPr>
          <p:cNvPr id="3" name="矩形 2">
            <a:extLst>
              <a:ext uri="{FF2B5EF4-FFF2-40B4-BE49-F238E27FC236}">
                <a16:creationId xmlns:a16="http://schemas.microsoft.com/office/drawing/2014/main" id="{092B4175-C6A2-4E2A-B22F-2189102227A6}"/>
              </a:ext>
            </a:extLst>
          </p:cNvPr>
          <p:cNvSpPr>
            <a:spLocks noGrp="1"/>
          </p:cNvSpPr>
          <p:nvPr/>
        </p:nvSpPr>
        <p:spPr>
          <a:xfrm>
            <a:off x="11144250" y="6248400"/>
            <a:ext cx="476250" cy="285750"/>
          </a:xfrm>
          <a:prstGeom prst="rect">
            <a:avLst/>
          </a:prstGeom>
          <a:noFill/>
          <a:ln w="0">
            <a:noFill/>
          </a:ln>
        </p:spPr>
        <p:txBody>
          <a:bodyPr/>
          <a:lstStyle>
            <a:defPPr>
              <a:defRPr sz="1200" b="0">
                <a:solidFill>
                  <a:srgbClr val="B5B9B5"/>
                </a:solidFill>
                <a:latin typeface="Arial"/>
                <a:ea typeface="Arial"/>
                <a:cs typeface="Arial"/>
              </a:defRPr>
            </a:defPPr>
          </a:lstStyle>
          <a:p>
            <a:pPr>
              <a:buNone/>
              <a:defRPr sz="1200" b="0">
                <a:solidFill>
                  <a:srgbClr val="B5B9B5"/>
                </a:solidFill>
                <a:latin typeface="Arial"/>
                <a:ea typeface="Arial"/>
                <a:cs typeface="Arial"/>
              </a:defRPr>
            </a:pPr>
            <a:r>
              <a:rPr sz="1200" b="0">
                <a:solidFill>
                  <a:srgbClr val="B5B9B5"/>
                </a:solidFill>
                <a:latin typeface="Arial"/>
                <a:ea typeface="Arial"/>
                <a:cs typeface="Arial"/>
              </a:rPr>
              <a:t>08</a:t>
            </a:r>
          </a:p>
        </p:txBody>
      </p:sp>
      <p:sp>
        <p:nvSpPr>
          <p:cNvPr id="4" name="矩形 3">
            <a:extLst>
              <a:ext uri="{FF2B5EF4-FFF2-40B4-BE49-F238E27FC236}">
                <a16:creationId xmlns:a16="http://schemas.microsoft.com/office/drawing/2014/main" id="{1C7C183E-29A0-4372-B9B7-C0DC1DE07CAE}"/>
              </a:ext>
            </a:extLst>
          </p:cNvPr>
          <p:cNvSpPr>
            <a:spLocks noGrp="1"/>
          </p:cNvSpPr>
          <p:nvPr/>
        </p:nvSpPr>
        <p:spPr>
          <a:xfrm>
            <a:off x="609600" y="2047875"/>
            <a:ext cx="952500" cy="714375"/>
          </a:xfrm>
          <a:prstGeom prst="rect">
            <a:avLst/>
          </a:prstGeom>
          <a:noFill/>
          <a:ln w="0">
            <a:noFill/>
          </a:ln>
        </p:spPr>
        <p:txBody>
          <a:bodyPr/>
          <a:lstStyle>
            <a:defPPr>
              <a:defRPr sz="3750" b="1">
                <a:solidFill>
                  <a:srgbClr val="D4AD70"/>
                </a:solidFill>
                <a:latin typeface="Arial"/>
                <a:ea typeface="Arial"/>
                <a:cs typeface="Arial"/>
              </a:defRPr>
            </a:defPPr>
          </a:lstStyle>
          <a:p>
            <a:pPr>
              <a:buNone/>
              <a:defRPr sz="3750" b="1">
                <a:solidFill>
                  <a:srgbClr val="D4AD70"/>
                </a:solidFill>
                <a:latin typeface="Arial"/>
                <a:ea typeface="Arial"/>
                <a:cs typeface="Arial"/>
              </a:defRPr>
            </a:pPr>
            <a:r>
              <a:rPr sz="3750" b="1">
                <a:solidFill>
                  <a:srgbClr val="D4AD70"/>
                </a:solidFill>
                <a:latin typeface="Arial"/>
                <a:ea typeface="Arial"/>
                <a:cs typeface="Arial"/>
              </a:rPr>
              <a:t>01</a:t>
            </a:r>
          </a:p>
        </p:txBody>
      </p:sp>
      <p:sp>
        <p:nvSpPr>
          <p:cNvPr id="5" name="矩形 4">
            <a:extLst>
              <a:ext uri="{FF2B5EF4-FFF2-40B4-BE49-F238E27FC236}">
                <a16:creationId xmlns:a16="http://schemas.microsoft.com/office/drawing/2014/main" id="{A93EF638-CA3E-4A4E-8231-426F2B3A4746}"/>
              </a:ext>
            </a:extLst>
          </p:cNvPr>
          <p:cNvSpPr>
            <a:spLocks noGrp="1"/>
          </p:cNvSpPr>
          <p:nvPr/>
        </p:nvSpPr>
        <p:spPr>
          <a:xfrm>
            <a:off x="1762125" y="2047875"/>
            <a:ext cx="9810750" cy="504825"/>
          </a:xfrm>
          <a:prstGeom prst="rect">
            <a:avLst/>
          </a:prstGeom>
          <a:noFill/>
          <a:ln w="0">
            <a:noFill/>
          </a:ln>
        </p:spPr>
        <p:txBody>
          <a:bodyPr/>
          <a:lstStyle>
            <a:defPPr>
              <a:defRPr sz="2625" b="1">
                <a:solidFill>
                  <a:srgbClr val="F3EEE3"/>
                </a:solidFill>
                <a:latin typeface="Arial"/>
                <a:ea typeface="Arial"/>
                <a:cs typeface="Arial"/>
              </a:defRPr>
            </a:defPPr>
          </a:lstStyle>
          <a:p>
            <a:pPr>
              <a:buNone/>
              <a:defRPr sz="2625" b="1">
                <a:solidFill>
                  <a:srgbClr val="F3EEE3"/>
                </a:solidFill>
                <a:latin typeface="Arial"/>
                <a:ea typeface="Arial"/>
                <a:cs typeface="Arial"/>
              </a:defRPr>
            </a:pPr>
            <a:r>
              <a:rPr sz="2625" b="1">
                <a:solidFill>
                  <a:srgbClr val="F3EEE3"/>
                </a:solidFill>
                <a:latin typeface="Arial"/>
                <a:ea typeface="Arial"/>
                <a:cs typeface="Arial"/>
              </a:rPr>
              <a:t>AI tool policies and capabilities</a:t>
            </a:r>
          </a:p>
        </p:txBody>
      </p:sp>
      <p:sp>
        <p:nvSpPr>
          <p:cNvPr id="6" name="矩形 5">
            <a:extLst>
              <a:ext uri="{FF2B5EF4-FFF2-40B4-BE49-F238E27FC236}">
                <a16:creationId xmlns:a16="http://schemas.microsoft.com/office/drawing/2014/main" id="{2BC570A2-474C-41C0-BA46-1B9675F257E3}"/>
              </a:ext>
            </a:extLst>
          </p:cNvPr>
          <p:cNvSpPr>
            <a:spLocks noGrp="1"/>
          </p:cNvSpPr>
          <p:nvPr/>
        </p:nvSpPr>
        <p:spPr>
          <a:xfrm>
            <a:off x="1744198" y="2581275"/>
            <a:ext cx="9525000" cy="400050"/>
          </a:xfrm>
          <a:prstGeom prst="rect">
            <a:avLst/>
          </a:prstGeom>
          <a:noFill/>
          <a:ln w="0">
            <a:noFill/>
          </a:ln>
        </p:spPr>
        <p:txBody>
          <a:bodyPr/>
          <a:lstStyle>
            <a:defPPr>
              <a:defRPr sz="2025" b="0">
                <a:solidFill>
                  <a:srgbClr val="70D7D9"/>
                </a:solidFill>
                <a:latin typeface="Arial"/>
                <a:ea typeface="Arial"/>
                <a:cs typeface="Arial"/>
              </a:defRPr>
            </a:defPPr>
          </a:lstStyle>
          <a:p>
            <a:pPr>
              <a:buNone/>
              <a:defRPr sz="2025" b="0">
                <a:solidFill>
                  <a:srgbClr val="70D7D9"/>
                </a:solidFill>
                <a:latin typeface="Arial"/>
                <a:ea typeface="Arial"/>
                <a:cs typeface="Arial"/>
              </a:defRPr>
            </a:pPr>
            <a:r>
              <a:rPr sz="2025" b="0">
                <a:solidFill>
                  <a:srgbClr val="70D7D9"/>
                </a:solidFill>
                <a:latin typeface="Arial"/>
                <a:ea typeface="Arial"/>
                <a:cs typeface="Arial"/>
              </a:rPr>
              <a:t>Some scenes may be difficult to generate</a:t>
            </a:r>
          </a:p>
        </p:txBody>
      </p:sp>
      <p:sp>
        <p:nvSpPr>
          <p:cNvPr id="8" name="矩形 7">
            <a:extLst>
              <a:ext uri="{FF2B5EF4-FFF2-40B4-BE49-F238E27FC236}">
                <a16:creationId xmlns:a16="http://schemas.microsoft.com/office/drawing/2014/main" id="{B04B2E29-C738-4DDA-8C7B-7025B0EB655F}"/>
              </a:ext>
            </a:extLst>
          </p:cNvPr>
          <p:cNvSpPr>
            <a:spLocks noGrp="1"/>
          </p:cNvSpPr>
          <p:nvPr/>
        </p:nvSpPr>
        <p:spPr>
          <a:xfrm>
            <a:off x="609600" y="3429000"/>
            <a:ext cx="952500" cy="714375"/>
          </a:xfrm>
          <a:prstGeom prst="rect">
            <a:avLst/>
          </a:prstGeom>
          <a:noFill/>
          <a:ln w="0">
            <a:noFill/>
          </a:ln>
        </p:spPr>
        <p:txBody>
          <a:bodyPr/>
          <a:lstStyle>
            <a:defPPr>
              <a:defRPr sz="3750" b="1">
                <a:solidFill>
                  <a:srgbClr val="D4AD70"/>
                </a:solidFill>
                <a:latin typeface="Arial"/>
                <a:ea typeface="Arial"/>
                <a:cs typeface="Arial"/>
              </a:defRPr>
            </a:defPPr>
          </a:lstStyle>
          <a:p>
            <a:pPr>
              <a:buNone/>
              <a:defRPr sz="3750" b="1">
                <a:solidFill>
                  <a:srgbClr val="D4AD70"/>
                </a:solidFill>
                <a:latin typeface="Arial"/>
                <a:ea typeface="Arial"/>
                <a:cs typeface="Arial"/>
              </a:defRPr>
            </a:pPr>
            <a:r>
              <a:rPr sz="3750" b="1">
                <a:solidFill>
                  <a:srgbClr val="D4AD70"/>
                </a:solidFill>
                <a:latin typeface="Arial"/>
                <a:ea typeface="Arial"/>
                <a:cs typeface="Arial"/>
              </a:rPr>
              <a:t>02</a:t>
            </a:r>
          </a:p>
        </p:txBody>
      </p:sp>
      <p:sp>
        <p:nvSpPr>
          <p:cNvPr id="9" name="矩形 8">
            <a:extLst>
              <a:ext uri="{FF2B5EF4-FFF2-40B4-BE49-F238E27FC236}">
                <a16:creationId xmlns:a16="http://schemas.microsoft.com/office/drawing/2014/main" id="{4A88E33F-9A33-482E-99CE-0ACF7438C950}"/>
              </a:ext>
            </a:extLst>
          </p:cNvPr>
          <p:cNvSpPr>
            <a:spLocks noGrp="1"/>
          </p:cNvSpPr>
          <p:nvPr/>
        </p:nvSpPr>
        <p:spPr>
          <a:xfrm>
            <a:off x="1762125" y="3429000"/>
            <a:ext cx="9810750" cy="504825"/>
          </a:xfrm>
          <a:prstGeom prst="rect">
            <a:avLst/>
          </a:prstGeom>
          <a:noFill/>
          <a:ln w="0">
            <a:noFill/>
          </a:ln>
        </p:spPr>
        <p:txBody>
          <a:bodyPr/>
          <a:lstStyle>
            <a:defPPr>
              <a:defRPr sz="2625" b="1">
                <a:solidFill>
                  <a:srgbClr val="F3EEE3"/>
                </a:solidFill>
                <a:latin typeface="Arial"/>
                <a:ea typeface="Arial"/>
                <a:cs typeface="Arial"/>
              </a:defRPr>
            </a:defPPr>
          </a:lstStyle>
          <a:p>
            <a:pPr>
              <a:buNone/>
              <a:defRPr sz="2625" b="1">
                <a:solidFill>
                  <a:srgbClr val="F3EEE3"/>
                </a:solidFill>
                <a:latin typeface="Arial"/>
                <a:ea typeface="Arial"/>
                <a:cs typeface="Arial"/>
              </a:defRPr>
            </a:pPr>
            <a:r>
              <a:rPr sz="2625" b="1">
                <a:solidFill>
                  <a:srgbClr val="F3EEE3"/>
                </a:solidFill>
                <a:latin typeface="Arial"/>
                <a:ea typeface="Arial"/>
                <a:cs typeface="Arial"/>
              </a:rPr>
              <a:t>Visual consistency</a:t>
            </a:r>
          </a:p>
        </p:txBody>
      </p:sp>
      <p:sp>
        <p:nvSpPr>
          <p:cNvPr id="10" name="矩形 9">
            <a:extLst>
              <a:ext uri="{FF2B5EF4-FFF2-40B4-BE49-F238E27FC236}">
                <a16:creationId xmlns:a16="http://schemas.microsoft.com/office/drawing/2014/main" id="{64CA4A75-48C4-462D-B5B3-FB06196775E3}"/>
              </a:ext>
            </a:extLst>
          </p:cNvPr>
          <p:cNvSpPr>
            <a:spLocks noGrp="1"/>
          </p:cNvSpPr>
          <p:nvPr/>
        </p:nvSpPr>
        <p:spPr>
          <a:xfrm>
            <a:off x="1762125" y="3962400"/>
            <a:ext cx="9525000" cy="400050"/>
          </a:xfrm>
          <a:prstGeom prst="rect">
            <a:avLst/>
          </a:prstGeom>
          <a:noFill/>
          <a:ln w="0">
            <a:noFill/>
          </a:ln>
        </p:spPr>
        <p:txBody>
          <a:bodyPr/>
          <a:lstStyle>
            <a:defPPr>
              <a:defRPr sz="2025" b="0">
                <a:solidFill>
                  <a:srgbClr val="70D7D9"/>
                </a:solidFill>
                <a:latin typeface="Arial"/>
                <a:ea typeface="Arial"/>
                <a:cs typeface="Arial"/>
              </a:defRPr>
            </a:defPPr>
          </a:lstStyle>
          <a:p>
            <a:pPr>
              <a:buNone/>
              <a:defRPr sz="2025" b="0">
                <a:solidFill>
                  <a:srgbClr val="70D7D9"/>
                </a:solidFill>
                <a:latin typeface="Arial"/>
                <a:ea typeface="Arial"/>
                <a:cs typeface="Arial"/>
              </a:defRPr>
            </a:pPr>
            <a:r>
              <a:rPr sz="2025" b="0">
                <a:solidFill>
                  <a:srgbClr val="70D7D9"/>
                </a:solidFill>
                <a:latin typeface="Arial"/>
                <a:ea typeface="Arial"/>
                <a:cs typeface="Arial"/>
              </a:rPr>
              <a:t>Consistent faces, costumes and armor across tools</a:t>
            </a:r>
          </a:p>
        </p:txBody>
      </p:sp>
      <p:sp>
        <p:nvSpPr>
          <p:cNvPr id="12" name="矩形 11">
            <a:extLst>
              <a:ext uri="{FF2B5EF4-FFF2-40B4-BE49-F238E27FC236}">
                <a16:creationId xmlns:a16="http://schemas.microsoft.com/office/drawing/2014/main" id="{7E6F486A-8769-4111-B0E9-A1D86FCDD5CD}"/>
              </a:ext>
            </a:extLst>
          </p:cNvPr>
          <p:cNvSpPr>
            <a:spLocks noGrp="1"/>
          </p:cNvSpPr>
          <p:nvPr/>
        </p:nvSpPr>
        <p:spPr>
          <a:xfrm>
            <a:off x="609600" y="4810125"/>
            <a:ext cx="952500" cy="714375"/>
          </a:xfrm>
          <a:prstGeom prst="rect">
            <a:avLst/>
          </a:prstGeom>
          <a:noFill/>
          <a:ln w="0">
            <a:noFill/>
          </a:ln>
        </p:spPr>
        <p:txBody>
          <a:bodyPr/>
          <a:lstStyle>
            <a:defPPr>
              <a:defRPr sz="3750" b="1">
                <a:solidFill>
                  <a:srgbClr val="D4AD70"/>
                </a:solidFill>
                <a:latin typeface="Arial"/>
                <a:ea typeface="Arial"/>
                <a:cs typeface="Arial"/>
              </a:defRPr>
            </a:defPPr>
          </a:lstStyle>
          <a:p>
            <a:pPr>
              <a:buNone/>
              <a:defRPr sz="3750" b="1">
                <a:solidFill>
                  <a:srgbClr val="D4AD70"/>
                </a:solidFill>
                <a:latin typeface="Arial"/>
                <a:ea typeface="Arial"/>
                <a:cs typeface="Arial"/>
              </a:defRPr>
            </a:pPr>
            <a:r>
              <a:rPr sz="3750" b="1">
                <a:solidFill>
                  <a:srgbClr val="D4AD70"/>
                </a:solidFill>
                <a:latin typeface="Arial"/>
                <a:ea typeface="Arial"/>
                <a:cs typeface="Arial"/>
              </a:rPr>
              <a:t>03</a:t>
            </a:r>
          </a:p>
        </p:txBody>
      </p:sp>
      <p:sp>
        <p:nvSpPr>
          <p:cNvPr id="13" name="矩形 12">
            <a:extLst>
              <a:ext uri="{FF2B5EF4-FFF2-40B4-BE49-F238E27FC236}">
                <a16:creationId xmlns:a16="http://schemas.microsoft.com/office/drawing/2014/main" id="{A3B4014A-177C-4DB5-BA41-D2CA54954987}"/>
              </a:ext>
            </a:extLst>
          </p:cNvPr>
          <p:cNvSpPr>
            <a:spLocks noGrp="1"/>
          </p:cNvSpPr>
          <p:nvPr/>
        </p:nvSpPr>
        <p:spPr>
          <a:xfrm>
            <a:off x="1762125" y="4810125"/>
            <a:ext cx="9810750" cy="504825"/>
          </a:xfrm>
          <a:prstGeom prst="rect">
            <a:avLst/>
          </a:prstGeom>
          <a:noFill/>
          <a:ln w="0">
            <a:noFill/>
          </a:ln>
        </p:spPr>
        <p:txBody>
          <a:bodyPr/>
          <a:lstStyle>
            <a:defPPr>
              <a:defRPr sz="2625" b="1">
                <a:solidFill>
                  <a:srgbClr val="F3EEE3"/>
                </a:solidFill>
                <a:latin typeface="Arial"/>
                <a:ea typeface="Arial"/>
                <a:cs typeface="Arial"/>
              </a:defRPr>
            </a:defPPr>
          </a:lstStyle>
          <a:p>
            <a:pPr>
              <a:buNone/>
              <a:defRPr sz="2625" b="1">
                <a:solidFill>
                  <a:srgbClr val="F3EEE3"/>
                </a:solidFill>
                <a:latin typeface="Arial"/>
                <a:ea typeface="Arial"/>
                <a:cs typeface="Arial"/>
              </a:defRPr>
            </a:pPr>
            <a:r>
              <a:rPr sz="2625" b="1">
                <a:solidFill>
                  <a:srgbClr val="F3EEE3"/>
                </a:solidFill>
                <a:latin typeface="Arial"/>
                <a:ea typeface="Arial"/>
                <a:cs typeface="Arial"/>
              </a:rPr>
              <a:t>Limited budget</a:t>
            </a:r>
          </a:p>
        </p:txBody>
      </p:sp>
      <p:sp>
        <p:nvSpPr>
          <p:cNvPr id="14" name="矩形 13">
            <a:extLst>
              <a:ext uri="{FF2B5EF4-FFF2-40B4-BE49-F238E27FC236}">
                <a16:creationId xmlns:a16="http://schemas.microsoft.com/office/drawing/2014/main" id="{27B537BD-0477-4DF8-91B5-0F9F1F07BF70}"/>
              </a:ext>
            </a:extLst>
          </p:cNvPr>
          <p:cNvSpPr>
            <a:spLocks noGrp="1"/>
          </p:cNvSpPr>
          <p:nvPr/>
        </p:nvSpPr>
        <p:spPr>
          <a:xfrm>
            <a:off x="1762125" y="5343525"/>
            <a:ext cx="9525000" cy="400050"/>
          </a:xfrm>
          <a:prstGeom prst="rect">
            <a:avLst/>
          </a:prstGeom>
          <a:noFill/>
          <a:ln w="0">
            <a:noFill/>
          </a:ln>
        </p:spPr>
        <p:txBody>
          <a:bodyPr/>
          <a:lstStyle>
            <a:defPPr>
              <a:defRPr sz="2025" b="0">
                <a:solidFill>
                  <a:srgbClr val="70D7D9"/>
                </a:solidFill>
                <a:latin typeface="Arial"/>
                <a:ea typeface="Arial"/>
                <a:cs typeface="Arial"/>
              </a:defRPr>
            </a:defPPr>
          </a:lstStyle>
          <a:p>
            <a:pPr>
              <a:buNone/>
              <a:defRPr sz="2025" b="0">
                <a:solidFill>
                  <a:srgbClr val="70D7D9"/>
                </a:solidFill>
                <a:latin typeface="Arial"/>
                <a:ea typeface="Arial"/>
                <a:cs typeface="Arial"/>
              </a:defRPr>
            </a:pPr>
            <a:r>
              <a:rPr sz="2025">
                <a:solidFill>
                  <a:srgbClr val="70D7D9"/>
                </a:solidFill>
                <a:latin typeface="Arial"/>
                <a:ea typeface="Arial"/>
                <a:cs typeface="Arial"/>
              </a:rPr>
              <a:t>Video generation costs add up across four stories</a:t>
            </a:r>
            <a:endParaRPr sz="2025" b="0">
              <a:solidFill>
                <a:srgbClr val="70D7D9"/>
              </a:solidFill>
              <a:latin typeface="Arial"/>
              <a:ea typeface="Arial"/>
              <a:cs typeface="Arial"/>
            </a:endParaRPr>
          </a:p>
        </p:txBody>
      </p:sp>
      <p:sp>
        <p:nvSpPr>
          <p:cNvPr id="17" name="矩形 16">
            <a:extLst>
              <a:ext uri="{FF2B5EF4-FFF2-40B4-BE49-F238E27FC236}">
                <a16:creationId xmlns:a16="http://schemas.microsoft.com/office/drawing/2014/main" id="{39A4730C-D150-4495-970D-6F86C67147FC}"/>
              </a:ext>
            </a:extLst>
          </p:cNvPr>
          <p:cNvSpPr>
            <a:spLocks noGrp="1"/>
          </p:cNvSpPr>
          <p:nvPr/>
        </p:nvSpPr>
        <p:spPr>
          <a:xfrm>
            <a:off x="1762125" y="3009900"/>
            <a:ext cx="9525000" cy="333375"/>
          </a:xfrm>
          <a:prstGeom prst="rect">
            <a:avLst/>
          </a:prstGeom>
          <a:noFill/>
          <a:ln w="0">
            <a:noFill/>
          </a:ln>
        </p:spPr>
        <p:txBody>
          <a:bodyPr/>
          <a:lstStyle>
            <a:defPPr>
              <a:defRPr sz="1650" b="0">
                <a:solidFill>
                  <a:srgbClr val="B5B9B5"/>
                </a:solidFill>
                <a:latin typeface="Arial"/>
                <a:ea typeface="Arial"/>
                <a:cs typeface="Arial"/>
              </a:defRPr>
            </a:defPPr>
          </a:lstStyle>
          <a:p>
            <a:pPr>
              <a:defRPr sz="1650" b="0">
                <a:solidFill>
                  <a:srgbClr val="B5B9B5"/>
                </a:solidFill>
                <a:latin typeface="Arial"/>
                <a:ea typeface="Arial"/>
                <a:cs typeface="Arial"/>
              </a:defRPr>
            </a:pPr>
            <a:r>
              <a:rPr sz="1650" b="0">
                <a:solidFill>
                  <a:srgbClr val="B5B9B5"/>
                </a:solidFill>
                <a:latin typeface="Arial"/>
                <a:ea typeface="Arial"/>
                <a:cs typeface="Arial"/>
              </a:rPr>
              <a:t>Test key shots early and adjust the staging</a:t>
            </a:r>
          </a:p>
        </p:txBody>
      </p:sp>
      <p:sp>
        <p:nvSpPr>
          <p:cNvPr id="18" name="矩形 17">
            <a:extLst>
              <a:ext uri="{FF2B5EF4-FFF2-40B4-BE49-F238E27FC236}">
                <a16:creationId xmlns:a16="http://schemas.microsoft.com/office/drawing/2014/main" id="{494F66E1-B3BF-4940-9E53-FD8ED6E7925A}"/>
              </a:ext>
            </a:extLst>
          </p:cNvPr>
          <p:cNvSpPr>
            <a:spLocks noGrp="1"/>
          </p:cNvSpPr>
          <p:nvPr/>
        </p:nvSpPr>
        <p:spPr>
          <a:xfrm>
            <a:off x="1762125" y="4391025"/>
            <a:ext cx="9525000" cy="333375"/>
          </a:xfrm>
          <a:prstGeom prst="rect">
            <a:avLst/>
          </a:prstGeom>
          <a:noFill/>
          <a:ln w="0">
            <a:noFill/>
          </a:ln>
        </p:spPr>
        <p:txBody>
          <a:bodyPr/>
          <a:lstStyle>
            <a:defPPr>
              <a:defRPr sz="1650" b="0">
                <a:solidFill>
                  <a:srgbClr val="B5B9B5"/>
                </a:solidFill>
                <a:latin typeface="Arial"/>
                <a:ea typeface="Arial"/>
                <a:cs typeface="Arial"/>
              </a:defRPr>
            </a:defPPr>
          </a:lstStyle>
          <a:p>
            <a:pPr>
              <a:defRPr sz="1650" b="0">
                <a:solidFill>
                  <a:srgbClr val="B5B9B5"/>
                </a:solidFill>
                <a:latin typeface="Arial"/>
                <a:ea typeface="Arial"/>
                <a:cs typeface="Arial"/>
              </a:defRPr>
            </a:pPr>
            <a:r>
              <a:rPr sz="1650" b="0">
                <a:solidFill>
                  <a:srgbClr val="B5B9B5"/>
                </a:solidFill>
                <a:latin typeface="Arial"/>
                <a:ea typeface="Arial"/>
                <a:cs typeface="Arial"/>
              </a:rPr>
              <a:t>Build a reference sheet for each historical world</a:t>
            </a:r>
          </a:p>
        </p:txBody>
      </p:sp>
      <p:sp>
        <p:nvSpPr>
          <p:cNvPr id="19" name="矩形 18">
            <a:extLst>
              <a:ext uri="{FF2B5EF4-FFF2-40B4-BE49-F238E27FC236}">
                <a16:creationId xmlns:a16="http://schemas.microsoft.com/office/drawing/2014/main" id="{0F1E369B-B160-4F58-920D-8E56F70F9477}"/>
              </a:ext>
            </a:extLst>
          </p:cNvPr>
          <p:cNvSpPr>
            <a:spLocks noGrp="1"/>
          </p:cNvSpPr>
          <p:nvPr/>
        </p:nvSpPr>
        <p:spPr>
          <a:xfrm>
            <a:off x="1762125" y="5772150"/>
            <a:ext cx="9525000" cy="333375"/>
          </a:xfrm>
          <a:prstGeom prst="rect">
            <a:avLst/>
          </a:prstGeom>
          <a:noFill/>
          <a:ln w="0">
            <a:noFill/>
          </a:ln>
        </p:spPr>
        <p:txBody>
          <a:bodyPr/>
          <a:lstStyle>
            <a:defPPr>
              <a:defRPr sz="1650" b="0">
                <a:solidFill>
                  <a:srgbClr val="B5B9B5"/>
                </a:solidFill>
                <a:latin typeface="Arial"/>
                <a:ea typeface="Arial"/>
                <a:cs typeface="Arial"/>
              </a:defRPr>
            </a:defPPr>
          </a:lstStyle>
          <a:p>
            <a:pPr>
              <a:defRPr sz="1650" b="0">
                <a:solidFill>
                  <a:srgbClr val="B5B9B5"/>
                </a:solidFill>
                <a:latin typeface="Arial"/>
                <a:ea typeface="Arial"/>
                <a:cs typeface="Arial"/>
              </a:defRPr>
            </a:pPr>
            <a:r>
              <a:rPr sz="1650" b="0">
                <a:solidFill>
                  <a:srgbClr val="B5B9B5"/>
                </a:solidFill>
                <a:latin typeface="Arial"/>
                <a:ea typeface="Arial"/>
                <a:cs typeface="Arial"/>
              </a:rPr>
              <a:t>Use short shots, stills and a fixed generation budget</a:t>
            </a:r>
          </a:p>
        </p:txBody>
      </p:sp>
    </p:spTree>
    <p:extLst>
      <p:ext uri="{BB962C8B-B14F-4D97-AF65-F5344CB8AC3E}">
        <p14:creationId xmlns:p14="http://schemas.microsoft.com/office/powerpoint/2010/main" val="1426257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81B"/>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A2DF47E-A6A8-4185-A9F2-A082E87C58A7}"/>
              </a:ext>
            </a:extLst>
          </p:cNvPr>
          <p:cNvSpPr>
            <a:spLocks noGrp="1"/>
          </p:cNvSpPr>
          <p:nvPr/>
        </p:nvSpPr>
        <p:spPr>
          <a:xfrm>
            <a:off x="609600" y="381000"/>
            <a:ext cx="10668000" cy="304800"/>
          </a:xfrm>
          <a:prstGeom prst="rect">
            <a:avLst/>
          </a:prstGeom>
          <a:noFill/>
          <a:ln w="0">
            <a:noFill/>
          </a:ln>
        </p:spPr>
        <p:txBody>
          <a:bodyPr/>
          <a:lstStyle>
            <a:defPPr>
              <a:defRPr sz="1350" b="1">
                <a:solidFill>
                  <a:srgbClr val="D4AD70"/>
                </a:solidFill>
                <a:latin typeface="Arial"/>
                <a:ea typeface="Arial"/>
                <a:cs typeface="Arial"/>
              </a:defRPr>
            </a:defPPr>
          </a:lstStyle>
          <a:p>
            <a:pPr>
              <a:buNone/>
              <a:defRPr sz="1350" b="1">
                <a:solidFill>
                  <a:srgbClr val="D4AD70"/>
                </a:solidFill>
                <a:latin typeface="Arial"/>
                <a:ea typeface="Arial"/>
                <a:cs typeface="Arial"/>
              </a:defRPr>
            </a:pPr>
            <a:r>
              <a:rPr sz="1350" b="1">
                <a:solidFill>
                  <a:srgbClr val="D4AD70"/>
                </a:solidFill>
                <a:latin typeface="Arial"/>
                <a:ea typeface="Arial"/>
                <a:cs typeface="Arial"/>
              </a:rPr>
              <a:t>06  QUESTION &amp; CHALLENGE</a:t>
            </a:r>
          </a:p>
        </p:txBody>
      </p:sp>
      <p:sp>
        <p:nvSpPr>
          <p:cNvPr id="3" name="矩形 2">
            <a:extLst>
              <a:ext uri="{FF2B5EF4-FFF2-40B4-BE49-F238E27FC236}">
                <a16:creationId xmlns:a16="http://schemas.microsoft.com/office/drawing/2014/main" id="{8AA34F16-E4D6-4CDB-A8C8-8E158499013C}"/>
              </a:ext>
            </a:extLst>
          </p:cNvPr>
          <p:cNvSpPr>
            <a:spLocks noGrp="1"/>
          </p:cNvSpPr>
          <p:nvPr/>
        </p:nvSpPr>
        <p:spPr>
          <a:xfrm>
            <a:off x="609600" y="914400"/>
            <a:ext cx="10763250" cy="857250"/>
          </a:xfrm>
          <a:prstGeom prst="rect">
            <a:avLst/>
          </a:prstGeom>
          <a:noFill/>
          <a:ln w="0">
            <a:noFill/>
          </a:ln>
        </p:spPr>
        <p:txBody>
          <a:bodyPr/>
          <a:lstStyle>
            <a:defPPr>
              <a:defRPr sz="3600" b="1">
                <a:solidFill>
                  <a:srgbClr val="F3EEE3"/>
                </a:solidFill>
                <a:latin typeface="Arial"/>
                <a:ea typeface="Arial"/>
                <a:cs typeface="Arial"/>
              </a:defRPr>
            </a:defPPr>
          </a:lstStyle>
          <a:p>
            <a:pPr>
              <a:buNone/>
              <a:defRPr sz="3600" b="1">
                <a:solidFill>
                  <a:srgbClr val="F3EEE3"/>
                </a:solidFill>
                <a:latin typeface="Arial"/>
                <a:ea typeface="Arial"/>
                <a:cs typeface="Arial"/>
              </a:defRPr>
            </a:pPr>
            <a:r>
              <a:rPr lang="en-US" sz="3600" b="1" dirty="0">
                <a:solidFill>
                  <a:srgbClr val="F3EEE3"/>
                </a:solidFill>
                <a:latin typeface="Arial"/>
                <a:ea typeface="Arial"/>
                <a:cs typeface="Arial"/>
              </a:rPr>
              <a:t>O</a:t>
            </a:r>
            <a:r>
              <a:rPr sz="3600" b="1" dirty="0">
                <a:solidFill>
                  <a:srgbClr val="F3EEE3"/>
                </a:solidFill>
                <a:latin typeface="Arial"/>
                <a:ea typeface="Arial"/>
                <a:cs typeface="Arial"/>
              </a:rPr>
              <a:t>pen question</a:t>
            </a:r>
          </a:p>
        </p:txBody>
      </p:sp>
      <p:sp>
        <p:nvSpPr>
          <p:cNvPr id="4" name="矩形 3">
            <a:extLst>
              <a:ext uri="{FF2B5EF4-FFF2-40B4-BE49-F238E27FC236}">
                <a16:creationId xmlns:a16="http://schemas.microsoft.com/office/drawing/2014/main" id="{2B2B0110-0DA5-42FD-A71A-7E5BFFD6EC87}"/>
              </a:ext>
            </a:extLst>
          </p:cNvPr>
          <p:cNvSpPr>
            <a:spLocks noGrp="1"/>
          </p:cNvSpPr>
          <p:nvPr/>
        </p:nvSpPr>
        <p:spPr>
          <a:xfrm>
            <a:off x="11144250" y="6248400"/>
            <a:ext cx="476250" cy="285750"/>
          </a:xfrm>
          <a:prstGeom prst="rect">
            <a:avLst/>
          </a:prstGeom>
          <a:noFill/>
          <a:ln w="0">
            <a:noFill/>
          </a:ln>
        </p:spPr>
        <p:txBody>
          <a:bodyPr/>
          <a:lstStyle>
            <a:defPPr>
              <a:defRPr sz="1200" b="0">
                <a:solidFill>
                  <a:srgbClr val="B5B9B5"/>
                </a:solidFill>
                <a:latin typeface="Arial"/>
                <a:ea typeface="Arial"/>
                <a:cs typeface="Arial"/>
              </a:defRPr>
            </a:defPPr>
          </a:lstStyle>
          <a:p>
            <a:pPr>
              <a:buNone/>
              <a:defRPr sz="1200" b="0">
                <a:solidFill>
                  <a:srgbClr val="B5B9B5"/>
                </a:solidFill>
                <a:latin typeface="Arial"/>
                <a:ea typeface="Arial"/>
                <a:cs typeface="Arial"/>
              </a:defRPr>
            </a:pPr>
            <a:r>
              <a:rPr sz="1200" b="0">
                <a:solidFill>
                  <a:srgbClr val="B5B9B5"/>
                </a:solidFill>
                <a:latin typeface="Arial"/>
                <a:ea typeface="Arial"/>
                <a:cs typeface="Arial"/>
              </a:rPr>
              <a:t>09</a:t>
            </a:r>
          </a:p>
        </p:txBody>
      </p:sp>
      <p:sp>
        <p:nvSpPr>
          <p:cNvPr id="5" name="矩形 4">
            <a:extLst>
              <a:ext uri="{FF2B5EF4-FFF2-40B4-BE49-F238E27FC236}">
                <a16:creationId xmlns:a16="http://schemas.microsoft.com/office/drawing/2014/main" id="{6A9D60FA-F639-460F-86EE-17F1A94B7C0E}"/>
              </a:ext>
            </a:extLst>
          </p:cNvPr>
          <p:cNvSpPr>
            <a:spLocks noGrp="1"/>
          </p:cNvSpPr>
          <p:nvPr/>
        </p:nvSpPr>
        <p:spPr>
          <a:xfrm>
            <a:off x="609600" y="2000250"/>
            <a:ext cx="10477500" cy="2495550"/>
          </a:xfrm>
          <a:prstGeom prst="rect">
            <a:avLst/>
          </a:prstGeom>
          <a:noFill/>
          <a:ln w="0">
            <a:noFill/>
          </a:ln>
        </p:spPr>
        <p:txBody>
          <a:bodyPr/>
          <a:lstStyle>
            <a:defPPr>
              <a:defRPr sz="3150" b="1">
                <a:solidFill>
                  <a:srgbClr val="F3EEE3"/>
                </a:solidFill>
                <a:latin typeface="Arial"/>
                <a:ea typeface="Arial"/>
                <a:cs typeface="Arial"/>
              </a:defRPr>
            </a:defPPr>
          </a:lstStyle>
          <a:p>
            <a:pPr>
              <a:buNone/>
              <a:defRPr sz="3150" b="1">
                <a:solidFill>
                  <a:srgbClr val="F3EEE3"/>
                </a:solidFill>
                <a:latin typeface="Arial"/>
                <a:ea typeface="Arial"/>
                <a:cs typeface="Arial"/>
              </a:defRPr>
            </a:pPr>
            <a:r>
              <a:rPr lang="en-US" sz="2800" b="1" dirty="0">
                <a:solidFill>
                  <a:srgbClr val="F3EEE3"/>
                </a:solidFill>
                <a:latin typeface="Arial"/>
                <a:ea typeface="Arial"/>
                <a:cs typeface="Arial"/>
              </a:rPr>
              <a:t>It’s my first time trying creative video generation so I’m not sure if the time is enough to have this project done within this semester.</a:t>
            </a:r>
          </a:p>
          <a:p>
            <a:pPr>
              <a:buNone/>
              <a:defRPr sz="3150" b="1">
                <a:solidFill>
                  <a:srgbClr val="F3EEE3"/>
                </a:solidFill>
                <a:latin typeface="Arial"/>
                <a:ea typeface="Arial"/>
                <a:cs typeface="Arial"/>
              </a:defRPr>
            </a:pPr>
            <a:endParaRPr lang="en-US" sz="2800" b="1" dirty="0">
              <a:solidFill>
                <a:srgbClr val="F3EEE3"/>
              </a:solidFill>
              <a:latin typeface="Arial"/>
              <a:ea typeface="Arial"/>
              <a:cs typeface="Arial"/>
            </a:endParaRPr>
          </a:p>
          <a:p>
            <a:pPr>
              <a:buNone/>
              <a:defRPr sz="3150" b="1">
                <a:solidFill>
                  <a:srgbClr val="F3EEE3"/>
                </a:solidFill>
                <a:latin typeface="Arial"/>
                <a:ea typeface="Arial"/>
                <a:cs typeface="Arial"/>
              </a:defRPr>
            </a:pPr>
            <a:r>
              <a:rPr lang="en-US" sz="2800" b="1" dirty="0">
                <a:solidFill>
                  <a:srgbClr val="F3EEE3"/>
                </a:solidFill>
                <a:latin typeface="Arial"/>
                <a:ea typeface="Arial"/>
                <a:cs typeface="Arial"/>
              </a:rPr>
              <a:t>And it’s a big money for individual so can the school department help on that? Since we handed in considerable amount of tuition fee.</a:t>
            </a:r>
            <a:endParaRPr sz="2800" b="1" dirty="0">
              <a:solidFill>
                <a:srgbClr val="F3EEE3"/>
              </a:solidFill>
              <a:latin typeface="Arial"/>
              <a:ea typeface="Arial"/>
              <a:cs typeface="Arial"/>
            </a:endParaRPr>
          </a:p>
        </p:txBody>
      </p:sp>
    </p:spTree>
    <p:extLst>
      <p:ext uri="{BB962C8B-B14F-4D97-AF65-F5344CB8AC3E}">
        <p14:creationId xmlns:p14="http://schemas.microsoft.com/office/powerpoint/2010/main" val="31966143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2012</Words>
  <Application>Microsoft Macintosh PowerPoint</Application>
  <DocSecurity>0</DocSecurity>
  <PresentationFormat>宽屏</PresentationFormat>
  <Paragraphs>156</Paragraphs>
  <Slides>9</Slides>
  <Notes>9</Notes>
  <HiddenSlides>0</HiddenSlides>
  <MMClips>1</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9</vt:i4>
      </vt:variant>
    </vt:vector>
  </HeadingPairs>
  <TitlesOfParts>
    <vt:vector size="13" baseType="lpstr">
      <vt:lpstr>Aptos</vt:lpstr>
      <vt:lpstr>Arial</vt:lpstr>
      <vt:lpstr>Georgia</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a77112</cp:lastModifiedBy>
  <cp:revision>5</cp:revision>
  <dcterms:created xsi:type="dcterms:W3CDTF">2026-10-13T02:21:01Z</dcterms:created>
  <dcterms:modified xsi:type="dcterms:W3CDTF">2026-10-13T03:27:35Z</dcterms:modified>
</cp:coreProperties>
</file>